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2" r:id="rId3"/>
    <p:sldId id="263" r:id="rId4"/>
    <p:sldId id="260" r:id="rId5"/>
    <p:sldId id="258" r:id="rId6"/>
    <p:sldId id="259" r:id="rId7"/>
    <p:sldId id="257" r:id="rId8"/>
    <p:sldId id="261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11596-02BB-4289-BE24-3BF374FB9862}" v="290" dt="2021-09-30T08:30:56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75708" autoAdjust="0"/>
  </p:normalViewPr>
  <p:slideViewPr>
    <p:cSldViewPr snapToGrid="0">
      <p:cViewPr varScale="1">
        <p:scale>
          <a:sx n="64" d="100"/>
          <a:sy n="64" d="100"/>
        </p:scale>
        <p:origin x="25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77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re bendeş" userId="d42ada015d760cc4" providerId="LiveId" clId="{38F11596-02BB-4289-BE24-3BF374FB9862}"/>
    <pc:docChg chg="undo custSel addSld delSld modSld sldOrd modMainMaster">
      <pc:chgData name="emre bendeş" userId="d42ada015d760cc4" providerId="LiveId" clId="{38F11596-02BB-4289-BE24-3BF374FB9862}" dt="2021-09-30T08:30:56.661" v="1860"/>
      <pc:docMkLst>
        <pc:docMk/>
      </pc:docMkLst>
      <pc:sldChg chg="addSp delSp modSp mod modMedia setBg addAnim delAnim modAnim">
        <pc:chgData name="emre bendeş" userId="d42ada015d760cc4" providerId="LiveId" clId="{38F11596-02BB-4289-BE24-3BF374FB9862}" dt="2021-09-30T08:16:10.246" v="1815" actId="20577"/>
        <pc:sldMkLst>
          <pc:docMk/>
          <pc:sldMk cId="284874607" sldId="256"/>
        </pc:sldMkLst>
        <pc:spChg chg="mod">
          <ac:chgData name="emre bendeş" userId="d42ada015d760cc4" providerId="LiveId" clId="{38F11596-02BB-4289-BE24-3BF374FB9862}" dt="2021-09-30T08:00:12.786" v="1569" actId="20577"/>
          <ac:spMkLst>
            <pc:docMk/>
            <pc:sldMk cId="284874607" sldId="256"/>
            <ac:spMk id="2" creationId="{B657B7C6-DD53-4C81-97E2-CA1683F4E553}"/>
          </ac:spMkLst>
        </pc:spChg>
        <pc:spChg chg="mod">
          <ac:chgData name="emre bendeş" userId="d42ada015d760cc4" providerId="LiveId" clId="{38F11596-02BB-4289-BE24-3BF374FB9862}" dt="2021-09-30T08:16:10.246" v="1815" actId="20577"/>
          <ac:spMkLst>
            <pc:docMk/>
            <pc:sldMk cId="284874607" sldId="256"/>
            <ac:spMk id="3" creationId="{E7FD040C-D233-4A21-9B80-143282158836}"/>
          </ac:spMkLst>
        </pc:spChg>
        <pc:spChg chg="add">
          <ac:chgData name="emre bendeş" userId="d42ada015d760cc4" providerId="LiveId" clId="{38F11596-02BB-4289-BE24-3BF374FB9862}" dt="2021-09-30T07:59:36.720" v="1539" actId="26606"/>
          <ac:spMkLst>
            <pc:docMk/>
            <pc:sldMk cId="284874607" sldId="256"/>
            <ac:spMk id="8" creationId="{B26EE4FD-480F-42A5-9FEB-DA630457CFB7}"/>
          </ac:spMkLst>
        </pc:spChg>
        <pc:spChg chg="add del">
          <ac:chgData name="emre bendeş" userId="d42ada015d760cc4" providerId="LiveId" clId="{38F11596-02BB-4289-BE24-3BF374FB9862}" dt="2021-09-30T07:59:36.705" v="1538" actId="26606"/>
          <ac:spMkLst>
            <pc:docMk/>
            <pc:sldMk cId="284874607" sldId="256"/>
            <ac:spMk id="9" creationId="{C1DD1A8A-57D5-4A81-AD04-532B043C5611}"/>
          </ac:spMkLst>
        </pc:spChg>
        <pc:spChg chg="add">
          <ac:chgData name="emre bendeş" userId="d42ada015d760cc4" providerId="LiveId" clId="{38F11596-02BB-4289-BE24-3BF374FB9862}" dt="2021-09-30T07:59:36.720" v="1539" actId="26606"/>
          <ac:spMkLst>
            <pc:docMk/>
            <pc:sldMk cId="284874607" sldId="256"/>
            <ac:spMk id="10" creationId="{A187062F-BE14-42FC-B06A-607DB23849C3}"/>
          </ac:spMkLst>
        </pc:spChg>
        <pc:spChg chg="add del">
          <ac:chgData name="emre bendeş" userId="d42ada015d760cc4" providerId="LiveId" clId="{38F11596-02BB-4289-BE24-3BF374FB9862}" dt="2021-09-30T07:59:36.705" v="1538" actId="26606"/>
          <ac:spMkLst>
            <pc:docMk/>
            <pc:sldMk cId="284874607" sldId="256"/>
            <ac:spMk id="11" creationId="{007891EC-4501-44ED-A8C8-B11B6DB767AB}"/>
          </ac:spMkLst>
        </pc:spChg>
        <pc:spChg chg="add">
          <ac:chgData name="emre bendeş" userId="d42ada015d760cc4" providerId="LiveId" clId="{38F11596-02BB-4289-BE24-3BF374FB9862}" dt="2021-09-30T07:59:36.720" v="1539" actId="26606"/>
          <ac:spMkLst>
            <pc:docMk/>
            <pc:sldMk cId="284874607" sldId="256"/>
            <ac:spMk id="12" creationId="{731FE21B-2A45-4BF5-8B03-E12341988774}"/>
          </ac:spMkLst>
        </pc:spChg>
        <pc:spChg chg="add">
          <ac:chgData name="emre bendeş" userId="d42ada015d760cc4" providerId="LiveId" clId="{38F11596-02BB-4289-BE24-3BF374FB9862}" dt="2021-09-30T07:59:36.720" v="1539" actId="26606"/>
          <ac:spMkLst>
            <pc:docMk/>
            <pc:sldMk cId="284874607" sldId="256"/>
            <ac:spMk id="14" creationId="{2DC5A94D-79ED-48F5-9DC5-96CBB507CEC8}"/>
          </ac:spMkLst>
        </pc:spChg>
        <pc:spChg chg="add">
          <ac:chgData name="emre bendeş" userId="d42ada015d760cc4" providerId="LiveId" clId="{38F11596-02BB-4289-BE24-3BF374FB9862}" dt="2021-09-30T07:59:36.720" v="1539" actId="26606"/>
          <ac:spMkLst>
            <pc:docMk/>
            <pc:sldMk cId="284874607" sldId="256"/>
            <ac:spMk id="16" creationId="{93A3D4BE-AF25-4F9A-9C29-1145CCE24A28}"/>
          </ac:spMkLst>
        </pc:spChg>
        <pc:picChg chg="add del mod">
          <ac:chgData name="emre bendeş" userId="d42ada015d760cc4" providerId="LiveId" clId="{38F11596-02BB-4289-BE24-3BF374FB9862}" dt="2021-09-30T07:59:36.705" v="1538" actId="26606"/>
          <ac:picMkLst>
            <pc:docMk/>
            <pc:sldMk cId="284874607" sldId="256"/>
            <ac:picMk id="5" creationId="{DF7363CA-EADC-435D-A6F5-CF8C10856999}"/>
          </ac:picMkLst>
        </pc:picChg>
      </pc:sldChg>
      <pc:sldChg chg="modSp">
        <pc:chgData name="emre bendeş" userId="d42ada015d760cc4" providerId="LiveId" clId="{38F11596-02BB-4289-BE24-3BF374FB9862}" dt="2021-09-28T11:39:47.930" v="0"/>
        <pc:sldMkLst>
          <pc:docMk/>
          <pc:sldMk cId="21936810" sldId="257"/>
        </pc:sldMkLst>
        <pc:picChg chg="mod">
          <ac:chgData name="emre bendeş" userId="d42ada015d760cc4" providerId="LiveId" clId="{38F11596-02BB-4289-BE24-3BF374FB9862}" dt="2021-09-28T11:39:47.930" v="0"/>
          <ac:picMkLst>
            <pc:docMk/>
            <pc:sldMk cId="21936810" sldId="257"/>
            <ac:picMk id="5" creationId="{ADBC1B04-2C34-4EAC-A1C7-EDFB563D036B}"/>
          </ac:picMkLst>
        </pc:picChg>
      </pc:sldChg>
      <pc:sldChg chg="addSp delSp modSp mod setBg modNotesTx">
        <pc:chgData name="emre bendeş" userId="d42ada015d760cc4" providerId="LiveId" clId="{38F11596-02BB-4289-BE24-3BF374FB9862}" dt="2021-09-30T07:58:39.677" v="1534" actId="26606"/>
        <pc:sldMkLst>
          <pc:docMk/>
          <pc:sldMk cId="3391185627" sldId="258"/>
        </pc:sldMkLst>
        <pc:spChg chg="mod">
          <ac:chgData name="emre bendeş" userId="d42ada015d760cc4" providerId="LiveId" clId="{38F11596-02BB-4289-BE24-3BF374FB9862}" dt="2021-09-30T07:58:39.677" v="1534" actId="26606"/>
          <ac:spMkLst>
            <pc:docMk/>
            <pc:sldMk cId="3391185627" sldId="258"/>
            <ac:spMk id="2" creationId="{94229972-8CD4-42C8-BDB5-AF5F7D8C5F33}"/>
          </ac:spMkLst>
        </pc:spChg>
        <pc:spChg chg="del">
          <ac:chgData name="emre bendeş" userId="d42ada015d760cc4" providerId="LiveId" clId="{38F11596-02BB-4289-BE24-3BF374FB9862}" dt="2021-09-30T07:58:39.677" v="1534" actId="26606"/>
          <ac:spMkLst>
            <pc:docMk/>
            <pc:sldMk cId="3391185627" sldId="258"/>
            <ac:spMk id="3" creationId="{B72A2DE0-526C-4100-B1F9-684EDA87E0AB}"/>
          </ac:spMkLst>
        </pc:spChg>
        <pc:spChg chg="add">
          <ac:chgData name="emre bendeş" userId="d42ada015d760cc4" providerId="LiveId" clId="{38F11596-02BB-4289-BE24-3BF374FB9862}" dt="2021-09-30T07:58:39.677" v="1534" actId="26606"/>
          <ac:spMkLst>
            <pc:docMk/>
            <pc:sldMk cId="3391185627" sldId="258"/>
            <ac:spMk id="9" creationId="{98DED6BC-9A3E-48D4-AD7C-A56D63F547E8}"/>
          </ac:spMkLst>
        </pc:spChg>
        <pc:spChg chg="add">
          <ac:chgData name="emre bendeş" userId="d42ada015d760cc4" providerId="LiveId" clId="{38F11596-02BB-4289-BE24-3BF374FB9862}" dt="2021-09-30T07:58:39.677" v="1534" actId="26606"/>
          <ac:spMkLst>
            <pc:docMk/>
            <pc:sldMk cId="3391185627" sldId="258"/>
            <ac:spMk id="11" creationId="{6B6E033A-DB2E-49B8-B600-B38E0C280263}"/>
          </ac:spMkLst>
        </pc:spChg>
        <pc:graphicFrameChg chg="add">
          <ac:chgData name="emre bendeş" userId="d42ada015d760cc4" providerId="LiveId" clId="{38F11596-02BB-4289-BE24-3BF374FB9862}" dt="2021-09-30T07:58:39.677" v="1534" actId="26606"/>
          <ac:graphicFrameMkLst>
            <pc:docMk/>
            <pc:sldMk cId="3391185627" sldId="258"/>
            <ac:graphicFrameMk id="5" creationId="{2D721C67-88B4-4FAB-AC33-0CA5660C61D8}"/>
          </ac:graphicFrameMkLst>
        </pc:graphicFrameChg>
      </pc:sldChg>
      <pc:sldChg chg="addSp delSp modSp mod ord setBg modNotesTx">
        <pc:chgData name="emre bendeş" userId="d42ada015d760cc4" providerId="LiveId" clId="{38F11596-02BB-4289-BE24-3BF374FB9862}" dt="2021-09-30T08:14:11.488" v="1774"/>
        <pc:sldMkLst>
          <pc:docMk/>
          <pc:sldMk cId="2201174353" sldId="260"/>
        </pc:sldMkLst>
        <pc:spChg chg="mod">
          <ac:chgData name="emre bendeş" userId="d42ada015d760cc4" providerId="LiveId" clId="{38F11596-02BB-4289-BE24-3BF374FB9862}" dt="2021-09-30T07:58:12.176" v="1533" actId="26606"/>
          <ac:spMkLst>
            <pc:docMk/>
            <pc:sldMk cId="2201174353" sldId="260"/>
            <ac:spMk id="2" creationId="{D8857199-6E70-4C25-A0B6-38692CDF5EAA}"/>
          </ac:spMkLst>
        </pc:spChg>
        <pc:spChg chg="del mod">
          <ac:chgData name="emre bendeş" userId="d42ada015d760cc4" providerId="LiveId" clId="{38F11596-02BB-4289-BE24-3BF374FB9862}" dt="2021-09-30T07:58:12.176" v="1533" actId="26606"/>
          <ac:spMkLst>
            <pc:docMk/>
            <pc:sldMk cId="2201174353" sldId="260"/>
            <ac:spMk id="3" creationId="{45619790-C987-4E81-9DDD-4207C6E63D70}"/>
          </ac:spMkLst>
        </pc:spChg>
        <pc:spChg chg="add del">
          <ac:chgData name="emre bendeş" userId="d42ada015d760cc4" providerId="LiveId" clId="{38F11596-02BB-4289-BE24-3BF374FB9862}" dt="2021-09-30T07:58:12.113" v="1532" actId="26606"/>
          <ac:spMkLst>
            <pc:docMk/>
            <pc:sldMk cId="2201174353" sldId="260"/>
            <ac:spMk id="8" creationId="{907EF6B7-1338-4443-8C46-6A318D952DFD}"/>
          </ac:spMkLst>
        </pc:spChg>
        <pc:spChg chg="add">
          <ac:chgData name="emre bendeş" userId="d42ada015d760cc4" providerId="LiveId" clId="{38F11596-02BB-4289-BE24-3BF374FB9862}" dt="2021-09-30T07:58:12.176" v="1533" actId="26606"/>
          <ac:spMkLst>
            <pc:docMk/>
            <pc:sldMk cId="2201174353" sldId="260"/>
            <ac:spMk id="9" creationId="{2E442304-DDBD-4F7B-8017-36BCC863FB40}"/>
          </ac:spMkLst>
        </pc:spChg>
        <pc:spChg chg="add del">
          <ac:chgData name="emre bendeş" userId="d42ada015d760cc4" providerId="LiveId" clId="{38F11596-02BB-4289-BE24-3BF374FB9862}" dt="2021-09-30T07:58:12.113" v="1532" actId="26606"/>
          <ac:spMkLst>
            <pc:docMk/>
            <pc:sldMk cId="2201174353" sldId="260"/>
            <ac:spMk id="10" creationId="{DAAE4CDD-124C-4DCF-9584-B6033B545DD5}"/>
          </ac:spMkLst>
        </pc:spChg>
        <pc:spChg chg="add">
          <ac:chgData name="emre bendeş" userId="d42ada015d760cc4" providerId="LiveId" clId="{38F11596-02BB-4289-BE24-3BF374FB9862}" dt="2021-09-30T07:58:12.176" v="1533" actId="26606"/>
          <ac:spMkLst>
            <pc:docMk/>
            <pc:sldMk cId="2201174353" sldId="260"/>
            <ac:spMk id="11" creationId="{5E107275-3853-46FD-A241-DE4355A42675}"/>
          </ac:spMkLst>
        </pc:spChg>
        <pc:spChg chg="add del">
          <ac:chgData name="emre bendeş" userId="d42ada015d760cc4" providerId="LiveId" clId="{38F11596-02BB-4289-BE24-3BF374FB9862}" dt="2021-09-30T07:58:12.113" v="1532" actId="26606"/>
          <ac:spMkLst>
            <pc:docMk/>
            <pc:sldMk cId="2201174353" sldId="260"/>
            <ac:spMk id="12" creationId="{081E4A58-353D-44AE-B2FC-2A74E2E400F7}"/>
          </ac:spMkLst>
        </pc:spChg>
        <pc:graphicFrameChg chg="add mod">
          <ac:chgData name="emre bendeş" userId="d42ada015d760cc4" providerId="LiveId" clId="{38F11596-02BB-4289-BE24-3BF374FB9862}" dt="2021-09-30T08:14:11.488" v="1774"/>
          <ac:graphicFrameMkLst>
            <pc:docMk/>
            <pc:sldMk cId="2201174353" sldId="260"/>
            <ac:graphicFrameMk id="5" creationId="{39566AF9-B1B0-41E1-B706-6D6189E0EE7A}"/>
          </ac:graphicFrameMkLst>
        </pc:graphicFrameChg>
      </pc:sldChg>
      <pc:sldChg chg="addSp delSp modSp new mod setBg modAnim modNotesTx">
        <pc:chgData name="emre bendeş" userId="d42ada015d760cc4" providerId="LiveId" clId="{38F11596-02BB-4289-BE24-3BF374FB9862}" dt="2021-09-30T08:17:22.557" v="1817" actId="20577"/>
        <pc:sldMkLst>
          <pc:docMk/>
          <pc:sldMk cId="595525384" sldId="262"/>
        </pc:sldMkLst>
        <pc:spChg chg="mod">
          <ac:chgData name="emre bendeş" userId="d42ada015d760cc4" providerId="LiveId" clId="{38F11596-02BB-4289-BE24-3BF374FB9862}" dt="2021-09-28T14:01:28.808" v="49" actId="26606"/>
          <ac:spMkLst>
            <pc:docMk/>
            <pc:sldMk cId="595525384" sldId="262"/>
            <ac:spMk id="2" creationId="{99D64660-9714-4B5B-89E3-8AE887F4E84D}"/>
          </ac:spMkLst>
        </pc:spChg>
        <pc:spChg chg="add del">
          <ac:chgData name="emre bendeş" userId="d42ada015d760cc4" providerId="LiveId" clId="{38F11596-02BB-4289-BE24-3BF374FB9862}" dt="2021-09-28T14:01:17.298" v="48" actId="931"/>
          <ac:spMkLst>
            <pc:docMk/>
            <pc:sldMk cId="595525384" sldId="262"/>
            <ac:spMk id="3" creationId="{BBAD1244-BF64-43A6-BB47-8514A680F01A}"/>
          </ac:spMkLst>
        </pc:spChg>
        <pc:spChg chg="add">
          <ac:chgData name="emre bendeş" userId="d42ada015d760cc4" providerId="LiveId" clId="{38F11596-02BB-4289-BE24-3BF374FB9862}" dt="2021-09-28T14:01:28.808" v="49" actId="26606"/>
          <ac:spMkLst>
            <pc:docMk/>
            <pc:sldMk cId="595525384" sldId="262"/>
            <ac:spMk id="9" creationId="{D4771268-CB57-404A-9271-370EB28F6090}"/>
          </ac:spMkLst>
        </pc:spChg>
        <pc:spChg chg="add del">
          <ac:chgData name="emre bendeş" userId="d42ada015d760cc4" providerId="LiveId" clId="{38F11596-02BB-4289-BE24-3BF374FB9862}" dt="2021-09-28T13:59:37.960" v="46" actId="26606"/>
          <ac:spMkLst>
            <pc:docMk/>
            <pc:sldMk cId="595525384" sldId="262"/>
            <ac:spMk id="10" creationId="{C0B27210-D0CA-4654-B3E3-9ABB4F178EA1}"/>
          </ac:spMkLst>
        </pc:spChg>
        <pc:spChg chg="add del">
          <ac:chgData name="emre bendeş" userId="d42ada015d760cc4" providerId="LiveId" clId="{38F11596-02BB-4289-BE24-3BF374FB9862}" dt="2021-09-28T13:59:37.960" v="46" actId="26606"/>
          <ac:spMkLst>
            <pc:docMk/>
            <pc:sldMk cId="595525384" sldId="262"/>
            <ac:spMk id="12" creationId="{1DB7C82F-AB7E-4F0C-B829-FA1B9C415180}"/>
          </ac:spMkLst>
        </pc:spChg>
        <pc:spChg chg="add mod">
          <ac:chgData name="emre bendeş" userId="d42ada015d760cc4" providerId="LiveId" clId="{38F11596-02BB-4289-BE24-3BF374FB9862}" dt="2021-09-28T14:37:43.795" v="1426" actId="20577"/>
          <ac:spMkLst>
            <pc:docMk/>
            <pc:sldMk cId="595525384" sldId="262"/>
            <ac:spMk id="13" creationId="{9A4FB04B-4712-4E6F-9A2F-1FC4917E3104}"/>
          </ac:spMkLst>
        </pc:spChg>
        <pc:spChg chg="add del">
          <ac:chgData name="emre bendeş" userId="d42ada015d760cc4" providerId="LiveId" clId="{38F11596-02BB-4289-BE24-3BF374FB9862}" dt="2021-09-28T13:59:37.960" v="46" actId="26606"/>
          <ac:spMkLst>
            <pc:docMk/>
            <pc:sldMk cId="595525384" sldId="262"/>
            <ac:spMk id="14" creationId="{70B66945-4967-4040-926D-DCA44313CDAB}"/>
          </ac:spMkLst>
        </pc:spChg>
        <pc:spChg chg="add mod">
          <ac:chgData name="emre bendeş" userId="d42ada015d760cc4" providerId="LiveId" clId="{38F11596-02BB-4289-BE24-3BF374FB9862}" dt="2021-09-28T14:35:16.670" v="1394" actId="20577"/>
          <ac:spMkLst>
            <pc:docMk/>
            <pc:sldMk cId="595525384" sldId="262"/>
            <ac:spMk id="15" creationId="{CBC89701-CCFE-43F3-934E-D16747ED74A2}"/>
          </ac:spMkLst>
        </pc:spChg>
        <pc:graphicFrameChg chg="add del mod modGraphic">
          <ac:chgData name="emre bendeş" userId="d42ada015d760cc4" providerId="LiveId" clId="{38F11596-02BB-4289-BE24-3BF374FB9862}" dt="2021-09-28T14:40:04.767" v="1490" actId="20577"/>
          <ac:graphicFrameMkLst>
            <pc:docMk/>
            <pc:sldMk cId="595525384" sldId="262"/>
            <ac:graphicFrameMk id="11" creationId="{B69F9418-6E80-46AF-9D43-35B1B1104E9A}"/>
          </ac:graphicFrameMkLst>
        </pc:graphicFrameChg>
        <pc:picChg chg="add del mod">
          <ac:chgData name="emre bendeş" userId="d42ada015d760cc4" providerId="LiveId" clId="{38F11596-02BB-4289-BE24-3BF374FB9862}" dt="2021-09-28T13:59:39.557" v="47" actId="931"/>
          <ac:picMkLst>
            <pc:docMk/>
            <pc:sldMk cId="595525384" sldId="262"/>
            <ac:picMk id="5" creationId="{2DB6CC44-67AA-4092-B457-AE89C30A1A24}"/>
          </ac:picMkLst>
        </pc:picChg>
        <pc:picChg chg="add mod">
          <ac:chgData name="emre bendeş" userId="d42ada015d760cc4" providerId="LiveId" clId="{38F11596-02BB-4289-BE24-3BF374FB9862}" dt="2021-09-28T14:01:28.808" v="49" actId="26606"/>
          <ac:picMkLst>
            <pc:docMk/>
            <pc:sldMk cId="595525384" sldId="262"/>
            <ac:picMk id="7" creationId="{73ADCD22-85D9-455D-9634-1F5657691F4A}"/>
          </ac:picMkLst>
        </pc:picChg>
      </pc:sldChg>
      <pc:sldChg chg="addSp delSp modSp new mod setBg modAnim modNotesTx">
        <pc:chgData name="emre bendeş" userId="d42ada015d760cc4" providerId="LiveId" clId="{38F11596-02BB-4289-BE24-3BF374FB9862}" dt="2021-09-30T08:30:56.661" v="1860"/>
        <pc:sldMkLst>
          <pc:docMk/>
          <pc:sldMk cId="3304059467" sldId="263"/>
        </pc:sldMkLst>
        <pc:spChg chg="mod">
          <ac:chgData name="emre bendeş" userId="d42ada015d760cc4" providerId="LiveId" clId="{38F11596-02BB-4289-BE24-3BF374FB9862}" dt="2021-09-28T14:09:18.520" v="499" actId="26606"/>
          <ac:spMkLst>
            <pc:docMk/>
            <pc:sldMk cId="3304059467" sldId="263"/>
            <ac:spMk id="2" creationId="{A4F4F515-E5FC-4CB0-88B4-16F2AE95C2CC}"/>
          </ac:spMkLst>
        </pc:spChg>
        <pc:spChg chg="del">
          <ac:chgData name="emre bendeş" userId="d42ada015d760cc4" providerId="LiveId" clId="{38F11596-02BB-4289-BE24-3BF374FB9862}" dt="2021-09-28T14:09:02.329" v="498" actId="931"/>
          <ac:spMkLst>
            <pc:docMk/>
            <pc:sldMk cId="3304059467" sldId="263"/>
            <ac:spMk id="3" creationId="{1BC6EA65-1722-491E-BEB9-85C96BAA934D}"/>
          </ac:spMkLst>
        </pc:spChg>
        <pc:spChg chg="add mod">
          <ac:chgData name="emre bendeş" userId="d42ada015d760cc4" providerId="LiveId" clId="{38F11596-02BB-4289-BE24-3BF374FB9862}" dt="2021-09-30T08:30:39.973" v="1858" actId="20577"/>
          <ac:spMkLst>
            <pc:docMk/>
            <pc:sldMk cId="3304059467" sldId="263"/>
            <ac:spMk id="9" creationId="{6DA59BDA-1109-4983-96D5-942524E1828E}"/>
          </ac:spMkLst>
        </pc:spChg>
        <pc:spChg chg="add">
          <ac:chgData name="emre bendeş" userId="d42ada015d760cc4" providerId="LiveId" clId="{38F11596-02BB-4289-BE24-3BF374FB9862}" dt="2021-09-28T14:09:18.520" v="499" actId="26606"/>
          <ac:spMkLst>
            <pc:docMk/>
            <pc:sldMk cId="3304059467" sldId="263"/>
            <ac:spMk id="12" creationId="{73DE2CFE-42F2-48F0-8706-5264E012B10C}"/>
          </ac:spMkLst>
        </pc:spChg>
        <pc:picChg chg="add mod">
          <ac:chgData name="emre bendeş" userId="d42ada015d760cc4" providerId="LiveId" clId="{38F11596-02BB-4289-BE24-3BF374FB9862}" dt="2021-09-28T14:09:18.520" v="499" actId="26606"/>
          <ac:picMkLst>
            <pc:docMk/>
            <pc:sldMk cId="3304059467" sldId="263"/>
            <ac:picMk id="5" creationId="{6352674D-7220-4BF2-BB92-0BAC87977833}"/>
          </ac:picMkLst>
        </pc:picChg>
      </pc:sldChg>
      <pc:sldChg chg="modSp new del mod">
        <pc:chgData name="emre bendeş" userId="d42ada015d760cc4" providerId="LiveId" clId="{38F11596-02BB-4289-BE24-3BF374FB9862}" dt="2021-09-30T07:05:21.947" v="1530" actId="47"/>
        <pc:sldMkLst>
          <pc:docMk/>
          <pc:sldMk cId="3481446549" sldId="264"/>
        </pc:sldMkLst>
        <pc:spChg chg="mod">
          <ac:chgData name="emre bendeş" userId="d42ada015d760cc4" providerId="LiveId" clId="{38F11596-02BB-4289-BE24-3BF374FB9862}" dt="2021-09-30T06:50:30.682" v="1510" actId="20577"/>
          <ac:spMkLst>
            <pc:docMk/>
            <pc:sldMk cId="3481446549" sldId="264"/>
            <ac:spMk id="2" creationId="{82381096-F10E-4233-9330-1C2D61EA19C0}"/>
          </ac:spMkLst>
        </pc:spChg>
        <pc:spChg chg="mod">
          <ac:chgData name="emre bendeş" userId="d42ada015d760cc4" providerId="LiveId" clId="{38F11596-02BB-4289-BE24-3BF374FB9862}" dt="2021-09-30T07:01:48.954" v="1529" actId="20577"/>
          <ac:spMkLst>
            <pc:docMk/>
            <pc:sldMk cId="3481446549" sldId="264"/>
            <ac:spMk id="3" creationId="{D48CE57C-A422-4AC1-8D8B-6C28263E6182}"/>
          </ac:spMkLst>
        </pc:spChg>
      </pc:sldChg>
      <pc:sldChg chg="addSp delSp add del setBg delDesignElem">
        <pc:chgData name="emre bendeş" userId="d42ada015d760cc4" providerId="LiveId" clId="{38F11596-02BB-4289-BE24-3BF374FB9862}" dt="2021-09-28T14:13:22.202" v="601"/>
        <pc:sldMkLst>
          <pc:docMk/>
          <pc:sldMk cId="3843237154" sldId="264"/>
        </pc:sldMkLst>
        <pc:spChg chg="add del">
          <ac:chgData name="emre bendeş" userId="d42ada015d760cc4" providerId="LiveId" clId="{38F11596-02BB-4289-BE24-3BF374FB9862}" dt="2021-09-28T14:13:22.202" v="601"/>
          <ac:spMkLst>
            <pc:docMk/>
            <pc:sldMk cId="3843237154" sldId="264"/>
            <ac:spMk id="9" creationId="{D4771268-CB57-404A-9271-370EB28F6090}"/>
          </ac:spMkLst>
        </pc:spChg>
      </pc:sldChg>
      <pc:sldMasterChg chg="addSp modSp mod modSldLayout">
        <pc:chgData name="emre bendeş" userId="d42ada015d760cc4" providerId="LiveId" clId="{38F11596-02BB-4289-BE24-3BF374FB9862}" dt="2021-09-30T08:08:24.565" v="1641" actId="14100"/>
        <pc:sldMasterMkLst>
          <pc:docMk/>
          <pc:sldMasterMk cId="908644369" sldId="2147483648"/>
        </pc:sldMasterMkLst>
        <pc:spChg chg="mod">
          <ac:chgData name="emre bendeş" userId="d42ada015d760cc4" providerId="LiveId" clId="{38F11596-02BB-4289-BE24-3BF374FB9862}" dt="2021-09-30T08:04:58.061" v="1606" actId="21"/>
          <ac:spMkLst>
            <pc:docMk/>
            <pc:sldMasterMk cId="908644369" sldId="2147483648"/>
            <ac:spMk id="5" creationId="{18FDE1B5-C6EE-4182-9F42-AD0023EFE4DF}"/>
          </ac:spMkLst>
        </pc:spChg>
        <pc:spChg chg="mod">
          <ac:chgData name="emre bendeş" userId="d42ada015d760cc4" providerId="LiveId" clId="{38F11596-02BB-4289-BE24-3BF374FB9862}" dt="2021-09-30T08:05:10.447" v="1609" actId="20577"/>
          <ac:spMkLst>
            <pc:docMk/>
            <pc:sldMasterMk cId="908644369" sldId="2147483648"/>
            <ac:spMk id="6" creationId="{FE813071-7206-4977-8A81-D44EFF60A7FF}"/>
          </ac:spMkLst>
        </pc:spChg>
        <pc:spChg chg="add mod">
          <ac:chgData name="emre bendeş" userId="d42ada015d760cc4" providerId="LiveId" clId="{38F11596-02BB-4289-BE24-3BF374FB9862}" dt="2021-09-30T08:08:24.565" v="1641" actId="14100"/>
          <ac:spMkLst>
            <pc:docMk/>
            <pc:sldMasterMk cId="908644369" sldId="2147483648"/>
            <ac:spMk id="7" creationId="{9BA0142F-43C3-4E24-BDE6-E89C0338CE65}"/>
          </ac:spMkLst>
        </pc:spChg>
        <pc:sldLayoutChg chg="addSp delSp modSp mod">
          <pc:chgData name="emre bendeş" userId="d42ada015d760cc4" providerId="LiveId" clId="{38F11596-02BB-4289-BE24-3BF374FB9862}" dt="2021-09-30T08:04:03.497" v="1603"/>
          <pc:sldLayoutMkLst>
            <pc:docMk/>
            <pc:sldMasterMk cId="908644369" sldId="2147483648"/>
            <pc:sldLayoutMk cId="2807745893" sldId="2147483649"/>
          </pc:sldLayoutMkLst>
          <pc:spChg chg="del">
            <ac:chgData name="emre bendeş" userId="d42ada015d760cc4" providerId="LiveId" clId="{38F11596-02BB-4289-BE24-3BF374FB9862}" dt="2021-09-30T08:03:57.354" v="1598"/>
            <ac:spMkLst>
              <pc:docMk/>
              <pc:sldMasterMk cId="908644369" sldId="2147483648"/>
              <pc:sldLayoutMk cId="2807745893" sldId="2147483649"/>
              <ac:spMk id="2" creationId="{C09E0D3D-6C41-49A7-9E65-C86DBB6C3342}"/>
            </ac:spMkLst>
          </pc:spChg>
          <pc:spChg chg="del">
            <ac:chgData name="emre bendeş" userId="d42ada015d760cc4" providerId="LiveId" clId="{38F11596-02BB-4289-BE24-3BF374FB9862}" dt="2021-09-30T08:03:58.872" v="1600"/>
            <ac:spMkLst>
              <pc:docMk/>
              <pc:sldMasterMk cId="908644369" sldId="2147483648"/>
              <pc:sldLayoutMk cId="2807745893" sldId="2147483649"/>
              <ac:spMk id="4" creationId="{D0559246-7C71-41B1-85FA-ECE00112C1BF}"/>
            </ac:spMkLst>
          </pc:spChg>
          <pc:spChg chg="del mod">
            <ac:chgData name="emre bendeş" userId="d42ada015d760cc4" providerId="LiveId" clId="{38F11596-02BB-4289-BE24-3BF374FB9862}" dt="2021-09-30T08:03:58.872" v="1600"/>
            <ac:spMkLst>
              <pc:docMk/>
              <pc:sldMasterMk cId="908644369" sldId="2147483648"/>
              <pc:sldLayoutMk cId="2807745893" sldId="2147483649"/>
              <ac:spMk id="5" creationId="{F1F1C73D-9EEE-42CF-9CE4-9FCBB85463BD}"/>
            </ac:spMkLst>
          </pc:spChg>
          <pc:spChg chg="del">
            <ac:chgData name="emre bendeş" userId="d42ada015d760cc4" providerId="LiveId" clId="{38F11596-02BB-4289-BE24-3BF374FB9862}" dt="2021-09-30T08:03:58.872" v="1600"/>
            <ac:spMkLst>
              <pc:docMk/>
              <pc:sldMasterMk cId="908644369" sldId="2147483648"/>
              <pc:sldLayoutMk cId="2807745893" sldId="2147483649"/>
              <ac:spMk id="6" creationId="{B15EDC9F-B1C4-4404-B5B0-3720C76836FA}"/>
            </ac:spMkLst>
          </pc:spChg>
          <pc:spChg chg="add mod">
            <ac:chgData name="emre bendeş" userId="d42ada015d760cc4" providerId="LiveId" clId="{38F11596-02BB-4289-BE24-3BF374FB9862}" dt="2021-09-30T08:03:58.013" v="1599"/>
            <ac:spMkLst>
              <pc:docMk/>
              <pc:sldMasterMk cId="908644369" sldId="2147483648"/>
              <pc:sldLayoutMk cId="2807745893" sldId="2147483649"/>
              <ac:spMk id="7" creationId="{9CEC6E7A-9446-4F9C-A8B4-036582A18D99}"/>
            </ac:spMkLst>
          </pc:spChg>
          <pc:spChg chg="add del mod">
            <ac:chgData name="emre bendeş" userId="d42ada015d760cc4" providerId="LiveId" clId="{38F11596-02BB-4289-BE24-3BF374FB9862}" dt="2021-09-30T08:04:02.403" v="1602"/>
            <ac:spMkLst>
              <pc:docMk/>
              <pc:sldMasterMk cId="908644369" sldId="2147483648"/>
              <pc:sldLayoutMk cId="2807745893" sldId="2147483649"/>
              <ac:spMk id="8" creationId="{DC9C3993-638B-43C9-93F6-4FED94C49146}"/>
            </ac:spMkLst>
          </pc:spChg>
          <pc:spChg chg="add del mod">
            <ac:chgData name="emre bendeş" userId="d42ada015d760cc4" providerId="LiveId" clId="{38F11596-02BB-4289-BE24-3BF374FB9862}" dt="2021-09-30T08:04:02.403" v="1602"/>
            <ac:spMkLst>
              <pc:docMk/>
              <pc:sldMasterMk cId="908644369" sldId="2147483648"/>
              <pc:sldLayoutMk cId="2807745893" sldId="2147483649"/>
              <ac:spMk id="9" creationId="{9B8E3974-2118-4D65-AD36-EC99E57DD1EF}"/>
            </ac:spMkLst>
          </pc:spChg>
          <pc:spChg chg="add del mod">
            <ac:chgData name="emre bendeş" userId="d42ada015d760cc4" providerId="LiveId" clId="{38F11596-02BB-4289-BE24-3BF374FB9862}" dt="2021-09-30T08:04:02.403" v="1602"/>
            <ac:spMkLst>
              <pc:docMk/>
              <pc:sldMasterMk cId="908644369" sldId="2147483648"/>
              <pc:sldLayoutMk cId="2807745893" sldId="2147483649"/>
              <ac:spMk id="10" creationId="{69C3B647-579E-4600-B1E8-A198C37F1FD6}"/>
            </ac:spMkLst>
          </pc:spChg>
          <pc:spChg chg="add mod">
            <ac:chgData name="emre bendeş" userId="d42ada015d760cc4" providerId="LiveId" clId="{38F11596-02BB-4289-BE24-3BF374FB9862}" dt="2021-09-30T08:04:03.497" v="1603"/>
            <ac:spMkLst>
              <pc:docMk/>
              <pc:sldMasterMk cId="908644369" sldId="2147483648"/>
              <pc:sldLayoutMk cId="2807745893" sldId="2147483649"/>
              <ac:spMk id="11" creationId="{BA139BF4-CDD9-4A49-9401-4617E13C027C}"/>
            </ac:spMkLst>
          </pc:spChg>
          <pc:spChg chg="add mod">
            <ac:chgData name="emre bendeş" userId="d42ada015d760cc4" providerId="LiveId" clId="{38F11596-02BB-4289-BE24-3BF374FB9862}" dt="2021-09-30T08:04:03.497" v="1603"/>
            <ac:spMkLst>
              <pc:docMk/>
              <pc:sldMasterMk cId="908644369" sldId="2147483648"/>
              <pc:sldLayoutMk cId="2807745893" sldId="2147483649"/>
              <ac:spMk id="12" creationId="{7C0208E7-56AD-4145-97BB-D926B6804DE9}"/>
            </ac:spMkLst>
          </pc:spChg>
          <pc:spChg chg="add mod">
            <ac:chgData name="emre bendeş" userId="d42ada015d760cc4" providerId="LiveId" clId="{38F11596-02BB-4289-BE24-3BF374FB9862}" dt="2021-09-30T08:04:03.497" v="1603"/>
            <ac:spMkLst>
              <pc:docMk/>
              <pc:sldMasterMk cId="908644369" sldId="2147483648"/>
              <pc:sldLayoutMk cId="2807745893" sldId="2147483649"/>
              <ac:spMk id="13" creationId="{39A3C92A-DA2F-4461-B433-75A3332B7F30}"/>
            </ac:spMkLst>
          </pc:spChg>
        </pc:sldLayoutChg>
        <pc:sldLayoutChg chg="modSp mod">
          <pc:chgData name="emre bendeş" userId="d42ada015d760cc4" providerId="LiveId" clId="{38F11596-02BB-4289-BE24-3BF374FB9862}" dt="2021-09-30T08:04:19.562" v="1605" actId="20577"/>
          <pc:sldLayoutMkLst>
            <pc:docMk/>
            <pc:sldMasterMk cId="908644369" sldId="2147483648"/>
            <pc:sldLayoutMk cId="2245693188" sldId="2147483650"/>
          </pc:sldLayoutMkLst>
          <pc:spChg chg="mod">
            <ac:chgData name="emre bendeş" userId="d42ada015d760cc4" providerId="LiveId" clId="{38F11596-02BB-4289-BE24-3BF374FB9862}" dt="2021-09-30T08:04:19.562" v="1605" actId="20577"/>
            <ac:spMkLst>
              <pc:docMk/>
              <pc:sldMasterMk cId="908644369" sldId="2147483648"/>
              <pc:sldLayoutMk cId="2245693188" sldId="2147483650"/>
              <ac:spMk id="5" creationId="{E0E68059-02EB-483F-B906-373105CABE51}"/>
            </ac:spMkLst>
          </pc:spChg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pypl.github.io/PYPL.html" TargetMode="External"/><Relationship Id="rId1" Type="http://schemas.openxmlformats.org/officeDocument/2006/relationships/hyperlink" Target="https://www.tiobe.com/tiobe-index/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pypl.github.io/PYPL.html" TargetMode="External"/><Relationship Id="rId1" Type="http://schemas.openxmlformats.org/officeDocument/2006/relationships/hyperlink" Target="https://www.tiobe.com/tiobe-index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C25C0D-90D7-4B45-87AB-D575E8A1B6E8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7A01B80-DAA5-47C5-A02E-E1CF69A89721}">
      <dgm:prSet/>
      <dgm:spPr/>
      <dgm:t>
        <a:bodyPr/>
        <a:lstStyle/>
        <a:p>
          <a:r>
            <a:rPr lang="tr-TR"/>
            <a:t>Amaç:</a:t>
          </a:r>
          <a:endParaRPr lang="en-US"/>
        </a:p>
      </dgm:t>
    </dgm:pt>
    <dgm:pt modelId="{DDEB5E53-652A-4909-A30E-1DFB1A1D6921}" type="parTrans" cxnId="{0AC8F4FC-13CB-43EF-A1C7-17A4F45BB015}">
      <dgm:prSet/>
      <dgm:spPr/>
      <dgm:t>
        <a:bodyPr/>
        <a:lstStyle/>
        <a:p>
          <a:endParaRPr lang="en-US"/>
        </a:p>
      </dgm:t>
    </dgm:pt>
    <dgm:pt modelId="{3779D707-3E26-4867-A378-238D8C7629BB}" type="sibTrans" cxnId="{0AC8F4FC-13CB-43EF-A1C7-17A4F45BB015}">
      <dgm:prSet/>
      <dgm:spPr/>
      <dgm:t>
        <a:bodyPr/>
        <a:lstStyle/>
        <a:p>
          <a:endParaRPr lang="en-US"/>
        </a:p>
      </dgm:t>
    </dgm:pt>
    <dgm:pt modelId="{C65ED6E9-B157-42D1-A34A-5ADFC2C7E818}">
      <dgm:prSet/>
      <dgm:spPr/>
      <dgm:t>
        <a:bodyPr/>
        <a:lstStyle/>
        <a:p>
          <a:r>
            <a:rPr lang="tr-TR" dirty="0"/>
            <a:t>Gömülü Sistem Programlama</a:t>
          </a:r>
          <a:endParaRPr lang="en-US" dirty="0"/>
        </a:p>
      </dgm:t>
    </dgm:pt>
    <dgm:pt modelId="{B976F978-14CF-403C-AB16-C88B7457646A}" type="parTrans" cxnId="{D9C614D0-A496-4783-A009-FD503EF2F7E3}">
      <dgm:prSet/>
      <dgm:spPr/>
      <dgm:t>
        <a:bodyPr/>
        <a:lstStyle/>
        <a:p>
          <a:endParaRPr lang="en-US"/>
        </a:p>
      </dgm:t>
    </dgm:pt>
    <dgm:pt modelId="{3D788AAF-C304-47E1-9F00-49825DFA1BD5}" type="sibTrans" cxnId="{D9C614D0-A496-4783-A009-FD503EF2F7E3}">
      <dgm:prSet/>
      <dgm:spPr/>
      <dgm:t>
        <a:bodyPr/>
        <a:lstStyle/>
        <a:p>
          <a:endParaRPr lang="en-US"/>
        </a:p>
      </dgm:t>
    </dgm:pt>
    <dgm:pt modelId="{93B9B066-6CEE-4A52-B283-F7997636A2E0}">
      <dgm:prSet/>
      <dgm:spPr/>
      <dgm:t>
        <a:bodyPr/>
        <a:lstStyle/>
        <a:p>
          <a:r>
            <a:rPr lang="tr-TR" dirty="0"/>
            <a:t>Web Tabanlı Programlama</a:t>
          </a:r>
          <a:endParaRPr lang="en-US" dirty="0"/>
        </a:p>
      </dgm:t>
    </dgm:pt>
    <dgm:pt modelId="{E8AC3333-AFDF-40FE-9ED8-C527C4D90F9D}" type="parTrans" cxnId="{682B8818-89A0-4698-B54E-C4F622036970}">
      <dgm:prSet/>
      <dgm:spPr/>
      <dgm:t>
        <a:bodyPr/>
        <a:lstStyle/>
        <a:p>
          <a:endParaRPr lang="en-US"/>
        </a:p>
      </dgm:t>
    </dgm:pt>
    <dgm:pt modelId="{7D1EEC52-9B9C-4733-A0FD-3FD03338E70F}" type="sibTrans" cxnId="{682B8818-89A0-4698-B54E-C4F622036970}">
      <dgm:prSet/>
      <dgm:spPr/>
      <dgm:t>
        <a:bodyPr/>
        <a:lstStyle/>
        <a:p>
          <a:endParaRPr lang="en-US"/>
        </a:p>
      </dgm:t>
    </dgm:pt>
    <dgm:pt modelId="{BDA4EBAA-B144-4D3D-928C-539BEAB9B7FA}">
      <dgm:prSet/>
      <dgm:spPr/>
      <dgm:t>
        <a:bodyPr/>
        <a:lstStyle/>
        <a:p>
          <a:r>
            <a:rPr lang="tr-TR" dirty="0"/>
            <a:t>Front </a:t>
          </a:r>
          <a:r>
            <a:rPr lang="tr-TR" dirty="0" err="1"/>
            <a:t>end</a:t>
          </a:r>
          <a:endParaRPr lang="en-US" dirty="0"/>
        </a:p>
      </dgm:t>
    </dgm:pt>
    <dgm:pt modelId="{695143DE-92E8-4A0E-A04D-BA751BD31C6C}" type="parTrans" cxnId="{F2EFE021-BF5E-4FE2-8F40-9E037133B8C4}">
      <dgm:prSet/>
      <dgm:spPr/>
      <dgm:t>
        <a:bodyPr/>
        <a:lstStyle/>
        <a:p>
          <a:endParaRPr lang="en-US"/>
        </a:p>
      </dgm:t>
    </dgm:pt>
    <dgm:pt modelId="{E60E95A3-9962-466C-B759-43459DF9B616}" type="sibTrans" cxnId="{F2EFE021-BF5E-4FE2-8F40-9E037133B8C4}">
      <dgm:prSet/>
      <dgm:spPr/>
      <dgm:t>
        <a:bodyPr/>
        <a:lstStyle/>
        <a:p>
          <a:endParaRPr lang="en-US"/>
        </a:p>
      </dgm:t>
    </dgm:pt>
    <dgm:pt modelId="{A3135A3F-8C7B-4236-88B4-87C14638A803}">
      <dgm:prSet/>
      <dgm:spPr/>
      <dgm:t>
        <a:bodyPr/>
        <a:lstStyle/>
        <a:p>
          <a:r>
            <a:rPr lang="tr-TR" dirty="0" err="1"/>
            <a:t>Back</a:t>
          </a:r>
          <a:r>
            <a:rPr lang="tr-TR" dirty="0"/>
            <a:t> </a:t>
          </a:r>
          <a:r>
            <a:rPr lang="tr-TR" dirty="0" err="1"/>
            <a:t>end</a:t>
          </a:r>
          <a:endParaRPr lang="en-US" dirty="0"/>
        </a:p>
      </dgm:t>
    </dgm:pt>
    <dgm:pt modelId="{1CC67F49-2013-44A8-99E3-99793761841E}" type="parTrans" cxnId="{B971D70F-33B3-4D7C-BD8A-943318884AD8}">
      <dgm:prSet/>
      <dgm:spPr/>
      <dgm:t>
        <a:bodyPr/>
        <a:lstStyle/>
        <a:p>
          <a:endParaRPr lang="en-US"/>
        </a:p>
      </dgm:t>
    </dgm:pt>
    <dgm:pt modelId="{9A840A90-65EE-4858-A5E7-C1CA4665BDC4}" type="sibTrans" cxnId="{B971D70F-33B3-4D7C-BD8A-943318884AD8}">
      <dgm:prSet/>
      <dgm:spPr/>
      <dgm:t>
        <a:bodyPr/>
        <a:lstStyle/>
        <a:p>
          <a:endParaRPr lang="en-US"/>
        </a:p>
      </dgm:t>
    </dgm:pt>
    <dgm:pt modelId="{546AE9F5-849A-4DBB-A5FC-2FD7B6F1ED2B}">
      <dgm:prSet/>
      <dgm:spPr/>
      <dgm:t>
        <a:bodyPr/>
        <a:lstStyle/>
        <a:p>
          <a:r>
            <a:rPr lang="tr-TR" dirty="0" err="1"/>
            <a:t>Veritabanı</a:t>
          </a:r>
          <a:r>
            <a:rPr lang="tr-TR" dirty="0"/>
            <a:t> Programlama</a:t>
          </a:r>
          <a:endParaRPr lang="en-US" dirty="0"/>
        </a:p>
      </dgm:t>
    </dgm:pt>
    <dgm:pt modelId="{9E7BC0BE-EEBA-4040-BA19-C5CFD62B9DD4}" type="parTrans" cxnId="{EAE2DA75-BA82-4809-A4B8-263812E5BD3C}">
      <dgm:prSet/>
      <dgm:spPr/>
      <dgm:t>
        <a:bodyPr/>
        <a:lstStyle/>
        <a:p>
          <a:endParaRPr lang="en-US"/>
        </a:p>
      </dgm:t>
    </dgm:pt>
    <dgm:pt modelId="{B32C1567-194D-45A8-A6A2-97B6CA6215D2}" type="sibTrans" cxnId="{EAE2DA75-BA82-4809-A4B8-263812E5BD3C}">
      <dgm:prSet/>
      <dgm:spPr/>
      <dgm:t>
        <a:bodyPr/>
        <a:lstStyle/>
        <a:p>
          <a:endParaRPr lang="en-US"/>
        </a:p>
      </dgm:t>
    </dgm:pt>
    <dgm:pt modelId="{D14F7F53-7CFC-4CC5-98E9-1DD0DB0E0CEA}">
      <dgm:prSet/>
      <dgm:spPr/>
      <dgm:t>
        <a:bodyPr/>
        <a:lstStyle/>
        <a:p>
          <a:r>
            <a:rPr lang="tr-TR" dirty="0"/>
            <a:t>Bilimsel programlama</a:t>
          </a:r>
          <a:endParaRPr lang="en-US" dirty="0"/>
        </a:p>
      </dgm:t>
    </dgm:pt>
    <dgm:pt modelId="{DC5CFEED-04C4-4A20-9928-3B84030DA795}" type="parTrans" cxnId="{14E6D4D0-1C45-47B8-99F4-1A2DFCC881F9}">
      <dgm:prSet/>
      <dgm:spPr/>
      <dgm:t>
        <a:bodyPr/>
        <a:lstStyle/>
        <a:p>
          <a:endParaRPr lang="en-US"/>
        </a:p>
      </dgm:t>
    </dgm:pt>
    <dgm:pt modelId="{F38B548E-ACF1-4046-9EC0-8C10998F304B}" type="sibTrans" cxnId="{14E6D4D0-1C45-47B8-99F4-1A2DFCC881F9}">
      <dgm:prSet/>
      <dgm:spPr/>
      <dgm:t>
        <a:bodyPr/>
        <a:lstStyle/>
        <a:p>
          <a:endParaRPr lang="en-US"/>
        </a:p>
      </dgm:t>
    </dgm:pt>
    <dgm:pt modelId="{AF121A85-50CA-4012-A86C-90EF9D6ADB02}">
      <dgm:prSet/>
      <dgm:spPr/>
      <dgm:t>
        <a:bodyPr/>
        <a:lstStyle/>
        <a:p>
          <a:r>
            <a:rPr lang="tr-TR" dirty="0"/>
            <a:t>Yapay zeka teknikleri</a:t>
          </a:r>
          <a:endParaRPr lang="en-US" dirty="0"/>
        </a:p>
      </dgm:t>
    </dgm:pt>
    <dgm:pt modelId="{9C208749-F4AA-438D-9048-EF691B3AC973}" type="parTrans" cxnId="{1876F338-D859-4BBA-82DA-DD641EE8575D}">
      <dgm:prSet/>
      <dgm:spPr/>
      <dgm:t>
        <a:bodyPr/>
        <a:lstStyle/>
        <a:p>
          <a:endParaRPr lang="en-US"/>
        </a:p>
      </dgm:t>
    </dgm:pt>
    <dgm:pt modelId="{1F0550CD-359F-4273-9684-A2B8264BBEB0}" type="sibTrans" cxnId="{1876F338-D859-4BBA-82DA-DD641EE8575D}">
      <dgm:prSet/>
      <dgm:spPr/>
      <dgm:t>
        <a:bodyPr/>
        <a:lstStyle/>
        <a:p>
          <a:endParaRPr lang="en-US"/>
        </a:p>
      </dgm:t>
    </dgm:pt>
    <dgm:pt modelId="{FAF7438B-A28E-46CA-A0FD-3C39FD3CFCD9}">
      <dgm:prSet/>
      <dgm:spPr/>
      <dgm:t>
        <a:bodyPr/>
        <a:lstStyle/>
        <a:p>
          <a:r>
            <a:rPr lang="tr-TR" dirty="0"/>
            <a:t>Doğal dil işleme</a:t>
          </a:r>
          <a:endParaRPr lang="en-US" dirty="0"/>
        </a:p>
      </dgm:t>
    </dgm:pt>
    <dgm:pt modelId="{B7261BC0-1AC4-4AD5-91E8-0FEFDB165656}" type="parTrans" cxnId="{289C0DFF-EF9C-4686-A670-D00519F5AA9A}">
      <dgm:prSet/>
      <dgm:spPr/>
      <dgm:t>
        <a:bodyPr/>
        <a:lstStyle/>
        <a:p>
          <a:endParaRPr lang="en-US"/>
        </a:p>
      </dgm:t>
    </dgm:pt>
    <dgm:pt modelId="{67AD1475-2CED-478D-A467-BA110AA46A0A}" type="sibTrans" cxnId="{289C0DFF-EF9C-4686-A670-D00519F5AA9A}">
      <dgm:prSet/>
      <dgm:spPr/>
      <dgm:t>
        <a:bodyPr/>
        <a:lstStyle/>
        <a:p>
          <a:endParaRPr lang="en-US"/>
        </a:p>
      </dgm:t>
    </dgm:pt>
    <dgm:pt modelId="{35B3A883-54FE-40DE-9C4E-A87E0726ADBC}">
      <dgm:prSet/>
      <dgm:spPr/>
      <dgm:t>
        <a:bodyPr/>
        <a:lstStyle/>
        <a:p>
          <a:r>
            <a:rPr lang="tr-TR" dirty="0"/>
            <a:t>Görüntü işleme</a:t>
          </a:r>
          <a:endParaRPr lang="en-US" dirty="0"/>
        </a:p>
      </dgm:t>
    </dgm:pt>
    <dgm:pt modelId="{A788269C-94BB-4A9A-A4B3-7681760CA2E7}" type="parTrans" cxnId="{361748EA-8731-44AE-9161-1E66BC9F4BB4}">
      <dgm:prSet/>
      <dgm:spPr/>
      <dgm:t>
        <a:bodyPr/>
        <a:lstStyle/>
        <a:p>
          <a:endParaRPr lang="en-US"/>
        </a:p>
      </dgm:t>
    </dgm:pt>
    <dgm:pt modelId="{C02178E1-2B31-47A4-B0C0-DCA73E6AF16E}" type="sibTrans" cxnId="{361748EA-8731-44AE-9161-1E66BC9F4BB4}">
      <dgm:prSet/>
      <dgm:spPr/>
      <dgm:t>
        <a:bodyPr/>
        <a:lstStyle/>
        <a:p>
          <a:endParaRPr lang="en-US"/>
        </a:p>
      </dgm:t>
    </dgm:pt>
    <dgm:pt modelId="{E57A0129-867C-4D92-B067-F77BD9BB0313}">
      <dgm:prSet/>
      <dgm:spPr/>
      <dgm:t>
        <a:bodyPr/>
        <a:lstStyle/>
        <a:p>
          <a:r>
            <a:rPr lang="tr-TR" dirty="0"/>
            <a:t>Vs.</a:t>
          </a:r>
          <a:endParaRPr lang="en-US" dirty="0"/>
        </a:p>
      </dgm:t>
    </dgm:pt>
    <dgm:pt modelId="{31D93FE8-8381-4289-A153-CD55E92FA581}" type="parTrans" cxnId="{EACDF478-8083-443D-8A40-1BE0B94FFFD9}">
      <dgm:prSet/>
      <dgm:spPr/>
      <dgm:t>
        <a:bodyPr/>
        <a:lstStyle/>
        <a:p>
          <a:endParaRPr lang="en-US"/>
        </a:p>
      </dgm:t>
    </dgm:pt>
    <dgm:pt modelId="{5D9E8A5B-4B7E-44B5-96AE-BF856C582FD0}" type="sibTrans" cxnId="{EACDF478-8083-443D-8A40-1BE0B94FFFD9}">
      <dgm:prSet/>
      <dgm:spPr/>
      <dgm:t>
        <a:bodyPr/>
        <a:lstStyle/>
        <a:p>
          <a:endParaRPr lang="en-US"/>
        </a:p>
      </dgm:t>
    </dgm:pt>
    <dgm:pt modelId="{0DD58B90-92A4-42FC-970F-450D29205CD7}">
      <dgm:prSet/>
      <dgm:spPr/>
      <dgm:t>
        <a:bodyPr/>
        <a:lstStyle/>
        <a:p>
          <a:r>
            <a:rPr lang="tr-TR"/>
            <a:t>Dil Popülaritesi </a:t>
          </a:r>
          <a:endParaRPr lang="en-US"/>
        </a:p>
      </dgm:t>
    </dgm:pt>
    <dgm:pt modelId="{8F06F026-A190-4ACB-9E98-50DA3EDE7CB2}" type="parTrans" cxnId="{9AFCF84E-F46A-4974-B460-282A19611CE7}">
      <dgm:prSet/>
      <dgm:spPr/>
      <dgm:t>
        <a:bodyPr/>
        <a:lstStyle/>
        <a:p>
          <a:endParaRPr lang="en-US"/>
        </a:p>
      </dgm:t>
    </dgm:pt>
    <dgm:pt modelId="{D89AA02B-D008-4585-91CB-3474390F312F}" type="sibTrans" cxnId="{9AFCF84E-F46A-4974-B460-282A19611CE7}">
      <dgm:prSet/>
      <dgm:spPr/>
      <dgm:t>
        <a:bodyPr/>
        <a:lstStyle/>
        <a:p>
          <a:endParaRPr lang="en-US"/>
        </a:p>
      </dgm:t>
    </dgm:pt>
    <dgm:pt modelId="{73CB3D0B-4136-4F0C-9538-40AE6B28090C}">
      <dgm:prSet/>
      <dgm:spPr/>
      <dgm:t>
        <a:bodyPr/>
        <a:lstStyle/>
        <a:p>
          <a:r>
            <a:rPr lang="tr-TR">
              <a:hlinkClick xmlns:r="http://schemas.openxmlformats.org/officeDocument/2006/relationships" r:id="rId1"/>
            </a:rPr>
            <a:t>https://www.tiobe.com/tiobe-index/</a:t>
          </a:r>
          <a:endParaRPr lang="en-US"/>
        </a:p>
      </dgm:t>
    </dgm:pt>
    <dgm:pt modelId="{432219A3-B6E1-45E8-A2CF-24C682EE00C8}" type="parTrans" cxnId="{2EE738ED-18FA-478B-8414-B66E94464777}">
      <dgm:prSet/>
      <dgm:spPr/>
      <dgm:t>
        <a:bodyPr/>
        <a:lstStyle/>
        <a:p>
          <a:endParaRPr lang="en-US"/>
        </a:p>
      </dgm:t>
    </dgm:pt>
    <dgm:pt modelId="{4449218A-5926-499B-9FB7-AE30BA50847C}" type="sibTrans" cxnId="{2EE738ED-18FA-478B-8414-B66E94464777}">
      <dgm:prSet/>
      <dgm:spPr/>
      <dgm:t>
        <a:bodyPr/>
        <a:lstStyle/>
        <a:p>
          <a:endParaRPr lang="en-US"/>
        </a:p>
      </dgm:t>
    </dgm:pt>
    <dgm:pt modelId="{3D4FF407-A92F-4456-B79A-964F846118D4}">
      <dgm:prSet/>
      <dgm:spPr/>
      <dgm:t>
        <a:bodyPr/>
        <a:lstStyle/>
        <a:p>
          <a:r>
            <a:rPr lang="tr-TR">
              <a:hlinkClick xmlns:r="http://schemas.openxmlformats.org/officeDocument/2006/relationships" r:id="rId2"/>
            </a:rPr>
            <a:t>https://pypl.github.io/PYPL.html</a:t>
          </a:r>
          <a:endParaRPr lang="en-US"/>
        </a:p>
      </dgm:t>
    </dgm:pt>
    <dgm:pt modelId="{056E4848-A7D4-4041-9E34-29D72F165A33}" type="parTrans" cxnId="{EB1918B4-6D1D-4212-9112-7064105DA0A3}">
      <dgm:prSet/>
      <dgm:spPr/>
      <dgm:t>
        <a:bodyPr/>
        <a:lstStyle/>
        <a:p>
          <a:endParaRPr lang="en-US"/>
        </a:p>
      </dgm:t>
    </dgm:pt>
    <dgm:pt modelId="{FC858286-D406-4E35-9026-6ED701ECD258}" type="sibTrans" cxnId="{EB1918B4-6D1D-4212-9112-7064105DA0A3}">
      <dgm:prSet/>
      <dgm:spPr/>
      <dgm:t>
        <a:bodyPr/>
        <a:lstStyle/>
        <a:p>
          <a:endParaRPr lang="en-US"/>
        </a:p>
      </dgm:t>
    </dgm:pt>
    <dgm:pt modelId="{A0898DA8-996D-4905-A6FA-75F857C9DB4C}">
      <dgm:prSet/>
      <dgm:spPr/>
      <dgm:t>
        <a:bodyPr/>
        <a:lstStyle/>
        <a:p>
          <a:r>
            <a:rPr lang="tr-TR" dirty="0"/>
            <a:t>Mobil Programlama</a:t>
          </a:r>
          <a:endParaRPr lang="en-US" dirty="0"/>
        </a:p>
      </dgm:t>
    </dgm:pt>
    <dgm:pt modelId="{E30FE5E9-76EC-49E2-907E-05B2F1B8B5D3}" type="parTrans" cxnId="{1692FA5E-D897-4790-BDC5-A953149F2DFA}">
      <dgm:prSet/>
      <dgm:spPr/>
      <dgm:t>
        <a:bodyPr/>
        <a:lstStyle/>
        <a:p>
          <a:endParaRPr lang="tr-TR"/>
        </a:p>
      </dgm:t>
    </dgm:pt>
    <dgm:pt modelId="{8033C84B-E76A-4A4C-9F31-1C1347084E5F}" type="sibTrans" cxnId="{1692FA5E-D897-4790-BDC5-A953149F2DFA}">
      <dgm:prSet/>
      <dgm:spPr/>
      <dgm:t>
        <a:bodyPr/>
        <a:lstStyle/>
        <a:p>
          <a:endParaRPr lang="tr-TR"/>
        </a:p>
      </dgm:t>
    </dgm:pt>
    <dgm:pt modelId="{BF75C7A4-A873-4E9A-9F43-32706E58674E}">
      <dgm:prSet/>
      <dgm:spPr/>
      <dgm:t>
        <a:bodyPr/>
        <a:lstStyle/>
        <a:p>
          <a:r>
            <a:rPr lang="tr-TR" dirty="0"/>
            <a:t>Görsel Programlama</a:t>
          </a:r>
          <a:endParaRPr lang="en-US" dirty="0"/>
        </a:p>
      </dgm:t>
    </dgm:pt>
    <dgm:pt modelId="{1AE408D4-0E0F-40FB-AEB7-E072F22FF74D}" type="parTrans" cxnId="{1277F18E-9935-4448-B6E2-DBC2D2E032AA}">
      <dgm:prSet/>
      <dgm:spPr/>
      <dgm:t>
        <a:bodyPr/>
        <a:lstStyle/>
        <a:p>
          <a:endParaRPr lang="tr-TR"/>
        </a:p>
      </dgm:t>
    </dgm:pt>
    <dgm:pt modelId="{CC2A1106-778A-4838-9329-3BA05D9ED17C}" type="sibTrans" cxnId="{1277F18E-9935-4448-B6E2-DBC2D2E032AA}">
      <dgm:prSet/>
      <dgm:spPr/>
      <dgm:t>
        <a:bodyPr/>
        <a:lstStyle/>
        <a:p>
          <a:endParaRPr lang="tr-TR"/>
        </a:p>
      </dgm:t>
    </dgm:pt>
    <dgm:pt modelId="{68C5ABED-3C3F-435B-98A2-13B8D7F9E30C}" type="pres">
      <dgm:prSet presAssocID="{A0C25C0D-90D7-4B45-87AB-D575E8A1B6E8}" presName="linear" presStyleCnt="0">
        <dgm:presLayoutVars>
          <dgm:dir/>
          <dgm:animLvl val="lvl"/>
          <dgm:resizeHandles val="exact"/>
        </dgm:presLayoutVars>
      </dgm:prSet>
      <dgm:spPr/>
    </dgm:pt>
    <dgm:pt modelId="{C83648B2-FA17-4400-9FC2-E3E84FFFE13F}" type="pres">
      <dgm:prSet presAssocID="{87A01B80-DAA5-47C5-A02E-E1CF69A89721}" presName="parentLin" presStyleCnt="0"/>
      <dgm:spPr/>
    </dgm:pt>
    <dgm:pt modelId="{65A543AC-37DC-492F-8EAC-4B995FD9225A}" type="pres">
      <dgm:prSet presAssocID="{87A01B80-DAA5-47C5-A02E-E1CF69A89721}" presName="parentLeftMargin" presStyleLbl="node1" presStyleIdx="0" presStyleCnt="2"/>
      <dgm:spPr/>
    </dgm:pt>
    <dgm:pt modelId="{C679D096-9869-4D33-8193-943BA57377AB}" type="pres">
      <dgm:prSet presAssocID="{87A01B80-DAA5-47C5-A02E-E1CF69A8972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B48E19E-DB14-4015-936B-2EE8A6E6BA9C}" type="pres">
      <dgm:prSet presAssocID="{87A01B80-DAA5-47C5-A02E-E1CF69A89721}" presName="negativeSpace" presStyleCnt="0"/>
      <dgm:spPr/>
    </dgm:pt>
    <dgm:pt modelId="{3A80C4A8-96B1-4183-9421-7587D8D051A8}" type="pres">
      <dgm:prSet presAssocID="{87A01B80-DAA5-47C5-A02E-E1CF69A89721}" presName="childText" presStyleLbl="conFgAcc1" presStyleIdx="0" presStyleCnt="2">
        <dgm:presLayoutVars>
          <dgm:bulletEnabled val="1"/>
        </dgm:presLayoutVars>
      </dgm:prSet>
      <dgm:spPr/>
    </dgm:pt>
    <dgm:pt modelId="{1C463DC2-AB5A-4F9E-B285-A5B48D5DEC76}" type="pres">
      <dgm:prSet presAssocID="{3779D707-3E26-4867-A378-238D8C7629BB}" presName="spaceBetweenRectangles" presStyleCnt="0"/>
      <dgm:spPr/>
    </dgm:pt>
    <dgm:pt modelId="{0D4089E4-01A9-409B-9858-22364EDDA007}" type="pres">
      <dgm:prSet presAssocID="{0DD58B90-92A4-42FC-970F-450D29205CD7}" presName="parentLin" presStyleCnt="0"/>
      <dgm:spPr/>
    </dgm:pt>
    <dgm:pt modelId="{43AC656D-D8D6-48E0-8A31-D629B604CB27}" type="pres">
      <dgm:prSet presAssocID="{0DD58B90-92A4-42FC-970F-450D29205CD7}" presName="parentLeftMargin" presStyleLbl="node1" presStyleIdx="0" presStyleCnt="2"/>
      <dgm:spPr/>
    </dgm:pt>
    <dgm:pt modelId="{CA30947D-983A-4DD5-BFAF-2B8E5F56176C}" type="pres">
      <dgm:prSet presAssocID="{0DD58B90-92A4-42FC-970F-450D29205CD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5129B85-94E8-4B4E-8D79-2E4BDFB2C552}" type="pres">
      <dgm:prSet presAssocID="{0DD58B90-92A4-42FC-970F-450D29205CD7}" presName="negativeSpace" presStyleCnt="0"/>
      <dgm:spPr/>
    </dgm:pt>
    <dgm:pt modelId="{C6751DBF-5B59-4461-AE8B-2FAA715FE830}" type="pres">
      <dgm:prSet presAssocID="{0DD58B90-92A4-42FC-970F-450D29205CD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33F210B-1F05-48C7-94E5-A7DFBCF355E0}" type="presOf" srcId="{A0898DA8-996D-4905-A6FA-75F857C9DB4C}" destId="{3A80C4A8-96B1-4183-9421-7587D8D051A8}" srcOrd="0" destOrd="1" presId="urn:microsoft.com/office/officeart/2005/8/layout/list1"/>
    <dgm:cxn modelId="{B971D70F-33B3-4D7C-BD8A-943318884AD8}" srcId="{93B9B066-6CEE-4A52-B283-F7997636A2E0}" destId="{A3135A3F-8C7B-4236-88B4-87C14638A803}" srcOrd="1" destOrd="0" parTransId="{1CC67F49-2013-44A8-99E3-99793761841E}" sibTransId="{9A840A90-65EE-4858-A5E7-C1CA4665BDC4}"/>
    <dgm:cxn modelId="{CFD1E812-796D-4D8E-823E-EFEFE278E778}" type="presOf" srcId="{87A01B80-DAA5-47C5-A02E-E1CF69A89721}" destId="{C679D096-9869-4D33-8193-943BA57377AB}" srcOrd="1" destOrd="0" presId="urn:microsoft.com/office/officeart/2005/8/layout/list1"/>
    <dgm:cxn modelId="{4C864B15-93D7-4D9E-8018-06F29973436F}" type="presOf" srcId="{73CB3D0B-4136-4F0C-9538-40AE6B28090C}" destId="{C6751DBF-5B59-4461-AE8B-2FAA715FE830}" srcOrd="0" destOrd="0" presId="urn:microsoft.com/office/officeart/2005/8/layout/list1"/>
    <dgm:cxn modelId="{F70C7515-F822-4887-8F41-E0AD09659450}" type="presOf" srcId="{E57A0129-867C-4D92-B067-F77BD9BB0313}" destId="{3A80C4A8-96B1-4183-9421-7587D8D051A8}" srcOrd="0" destOrd="11" presId="urn:microsoft.com/office/officeart/2005/8/layout/list1"/>
    <dgm:cxn modelId="{682B8818-89A0-4698-B54E-C4F622036970}" srcId="{87A01B80-DAA5-47C5-A02E-E1CF69A89721}" destId="{93B9B066-6CEE-4A52-B283-F7997636A2E0}" srcOrd="2" destOrd="0" parTransId="{E8AC3333-AFDF-40FE-9ED8-C527C4D90F9D}" sibTransId="{7D1EEC52-9B9C-4733-A0FD-3FD03338E70F}"/>
    <dgm:cxn modelId="{A352D91C-959F-4B19-BC88-C53F80E94131}" type="presOf" srcId="{C65ED6E9-B157-42D1-A34A-5ADFC2C7E818}" destId="{3A80C4A8-96B1-4183-9421-7587D8D051A8}" srcOrd="0" destOrd="0" presId="urn:microsoft.com/office/officeart/2005/8/layout/list1"/>
    <dgm:cxn modelId="{F2EFE021-BF5E-4FE2-8F40-9E037133B8C4}" srcId="{93B9B066-6CEE-4A52-B283-F7997636A2E0}" destId="{BDA4EBAA-B144-4D3D-928C-539BEAB9B7FA}" srcOrd="0" destOrd="0" parTransId="{695143DE-92E8-4A0E-A04D-BA751BD31C6C}" sibTransId="{E60E95A3-9962-466C-B759-43459DF9B616}"/>
    <dgm:cxn modelId="{1876F338-D859-4BBA-82DA-DD641EE8575D}" srcId="{D14F7F53-7CFC-4CC5-98E9-1DD0DB0E0CEA}" destId="{AF121A85-50CA-4012-A86C-90EF9D6ADB02}" srcOrd="0" destOrd="0" parTransId="{9C208749-F4AA-438D-9048-EF691B3AC973}" sibTransId="{1F0550CD-359F-4273-9684-A2B8264BBEB0}"/>
    <dgm:cxn modelId="{17B05A3D-C196-4A42-B1C3-C98A8C2C0126}" type="presOf" srcId="{A0C25C0D-90D7-4B45-87AB-D575E8A1B6E8}" destId="{68C5ABED-3C3F-435B-98A2-13B8D7F9E30C}" srcOrd="0" destOrd="0" presId="urn:microsoft.com/office/officeart/2005/8/layout/list1"/>
    <dgm:cxn modelId="{1692FA5E-D897-4790-BDC5-A953149F2DFA}" srcId="{87A01B80-DAA5-47C5-A02E-E1CF69A89721}" destId="{A0898DA8-996D-4905-A6FA-75F857C9DB4C}" srcOrd="1" destOrd="0" parTransId="{E30FE5E9-76EC-49E2-907E-05B2F1B8B5D3}" sibTransId="{8033C84B-E76A-4A4C-9F31-1C1347084E5F}"/>
    <dgm:cxn modelId="{38018642-CBDF-49F3-8A03-424B815F2370}" type="presOf" srcId="{546AE9F5-849A-4DBB-A5FC-2FD7B6F1ED2B}" destId="{3A80C4A8-96B1-4183-9421-7587D8D051A8}" srcOrd="0" destOrd="6" presId="urn:microsoft.com/office/officeart/2005/8/layout/list1"/>
    <dgm:cxn modelId="{353BB163-C600-4A01-AE86-8E5DEF87D701}" type="presOf" srcId="{87A01B80-DAA5-47C5-A02E-E1CF69A89721}" destId="{65A543AC-37DC-492F-8EAC-4B995FD9225A}" srcOrd="0" destOrd="0" presId="urn:microsoft.com/office/officeart/2005/8/layout/list1"/>
    <dgm:cxn modelId="{A2AEFB63-A07D-435D-8F18-877B9B43A053}" type="presOf" srcId="{FAF7438B-A28E-46CA-A0FD-3C39FD3CFCD9}" destId="{3A80C4A8-96B1-4183-9421-7587D8D051A8}" srcOrd="0" destOrd="9" presId="urn:microsoft.com/office/officeart/2005/8/layout/list1"/>
    <dgm:cxn modelId="{8C743145-FBE8-47D8-BC76-DD42DDD70A91}" type="presOf" srcId="{0DD58B90-92A4-42FC-970F-450D29205CD7}" destId="{CA30947D-983A-4DD5-BFAF-2B8E5F56176C}" srcOrd="1" destOrd="0" presId="urn:microsoft.com/office/officeart/2005/8/layout/list1"/>
    <dgm:cxn modelId="{27094048-BD22-4ED2-B750-745300BD3E3D}" type="presOf" srcId="{A3135A3F-8C7B-4236-88B4-87C14638A803}" destId="{3A80C4A8-96B1-4183-9421-7587D8D051A8}" srcOrd="0" destOrd="4" presId="urn:microsoft.com/office/officeart/2005/8/layout/list1"/>
    <dgm:cxn modelId="{FE00DC49-F8F0-416F-9D75-B0CCFAE943E2}" type="presOf" srcId="{BF75C7A4-A873-4E9A-9F43-32706E58674E}" destId="{3A80C4A8-96B1-4183-9421-7587D8D051A8}" srcOrd="0" destOrd="5" presId="urn:microsoft.com/office/officeart/2005/8/layout/list1"/>
    <dgm:cxn modelId="{9AFCF84E-F46A-4974-B460-282A19611CE7}" srcId="{A0C25C0D-90D7-4B45-87AB-D575E8A1B6E8}" destId="{0DD58B90-92A4-42FC-970F-450D29205CD7}" srcOrd="1" destOrd="0" parTransId="{8F06F026-A190-4ACB-9E98-50DA3EDE7CB2}" sibTransId="{D89AA02B-D008-4585-91CB-3474390F312F}"/>
    <dgm:cxn modelId="{EAE2DA75-BA82-4809-A4B8-263812E5BD3C}" srcId="{87A01B80-DAA5-47C5-A02E-E1CF69A89721}" destId="{546AE9F5-849A-4DBB-A5FC-2FD7B6F1ED2B}" srcOrd="4" destOrd="0" parTransId="{9E7BC0BE-EEBA-4040-BA19-C5CFD62B9DD4}" sibTransId="{B32C1567-194D-45A8-A6A2-97B6CA6215D2}"/>
    <dgm:cxn modelId="{EACDF478-8083-443D-8A40-1BE0B94FFFD9}" srcId="{D14F7F53-7CFC-4CC5-98E9-1DD0DB0E0CEA}" destId="{E57A0129-867C-4D92-B067-F77BD9BB0313}" srcOrd="3" destOrd="0" parTransId="{31D93FE8-8381-4289-A153-CD55E92FA581}" sibTransId="{5D9E8A5B-4B7E-44B5-96AE-BF856C582FD0}"/>
    <dgm:cxn modelId="{EEB44279-E522-4EE1-BCDF-EF7F8945EB06}" type="presOf" srcId="{BDA4EBAA-B144-4D3D-928C-539BEAB9B7FA}" destId="{3A80C4A8-96B1-4183-9421-7587D8D051A8}" srcOrd="0" destOrd="3" presId="urn:microsoft.com/office/officeart/2005/8/layout/list1"/>
    <dgm:cxn modelId="{38F8A38D-F200-47EC-846A-0514FA43402E}" type="presOf" srcId="{0DD58B90-92A4-42FC-970F-450D29205CD7}" destId="{43AC656D-D8D6-48E0-8A31-D629B604CB27}" srcOrd="0" destOrd="0" presId="urn:microsoft.com/office/officeart/2005/8/layout/list1"/>
    <dgm:cxn modelId="{1277F18E-9935-4448-B6E2-DBC2D2E032AA}" srcId="{87A01B80-DAA5-47C5-A02E-E1CF69A89721}" destId="{BF75C7A4-A873-4E9A-9F43-32706E58674E}" srcOrd="3" destOrd="0" parTransId="{1AE408D4-0E0F-40FB-AEB7-E072F22FF74D}" sibTransId="{CC2A1106-778A-4838-9329-3BA05D9ED17C}"/>
    <dgm:cxn modelId="{EB1918B4-6D1D-4212-9112-7064105DA0A3}" srcId="{0DD58B90-92A4-42FC-970F-450D29205CD7}" destId="{3D4FF407-A92F-4456-B79A-964F846118D4}" srcOrd="1" destOrd="0" parTransId="{056E4848-A7D4-4041-9E34-29D72F165A33}" sibTransId="{FC858286-D406-4E35-9026-6ED701ECD258}"/>
    <dgm:cxn modelId="{E6DA38C1-1603-46C9-9158-123D24E88216}" type="presOf" srcId="{93B9B066-6CEE-4A52-B283-F7997636A2E0}" destId="{3A80C4A8-96B1-4183-9421-7587D8D051A8}" srcOrd="0" destOrd="2" presId="urn:microsoft.com/office/officeart/2005/8/layout/list1"/>
    <dgm:cxn modelId="{CBB9F0CB-55EC-4C9B-861F-38FE785B0CD4}" type="presOf" srcId="{D14F7F53-7CFC-4CC5-98E9-1DD0DB0E0CEA}" destId="{3A80C4A8-96B1-4183-9421-7587D8D051A8}" srcOrd="0" destOrd="7" presId="urn:microsoft.com/office/officeart/2005/8/layout/list1"/>
    <dgm:cxn modelId="{D9C614D0-A496-4783-A009-FD503EF2F7E3}" srcId="{87A01B80-DAA5-47C5-A02E-E1CF69A89721}" destId="{C65ED6E9-B157-42D1-A34A-5ADFC2C7E818}" srcOrd="0" destOrd="0" parTransId="{B976F978-14CF-403C-AB16-C88B7457646A}" sibTransId="{3D788AAF-C304-47E1-9F00-49825DFA1BD5}"/>
    <dgm:cxn modelId="{14E6D4D0-1C45-47B8-99F4-1A2DFCC881F9}" srcId="{87A01B80-DAA5-47C5-A02E-E1CF69A89721}" destId="{D14F7F53-7CFC-4CC5-98E9-1DD0DB0E0CEA}" srcOrd="5" destOrd="0" parTransId="{DC5CFEED-04C4-4A20-9928-3B84030DA795}" sibTransId="{F38B548E-ACF1-4046-9EC0-8C10998F304B}"/>
    <dgm:cxn modelId="{762E57D8-9A01-4F47-8F2A-E8DAE9B4045B}" type="presOf" srcId="{35B3A883-54FE-40DE-9C4E-A87E0726ADBC}" destId="{3A80C4A8-96B1-4183-9421-7587D8D051A8}" srcOrd="0" destOrd="10" presId="urn:microsoft.com/office/officeart/2005/8/layout/list1"/>
    <dgm:cxn modelId="{05361DE2-3333-45B7-A471-F8AF4E9DB568}" type="presOf" srcId="{AF121A85-50CA-4012-A86C-90EF9D6ADB02}" destId="{3A80C4A8-96B1-4183-9421-7587D8D051A8}" srcOrd="0" destOrd="8" presId="urn:microsoft.com/office/officeart/2005/8/layout/list1"/>
    <dgm:cxn modelId="{361748EA-8731-44AE-9161-1E66BC9F4BB4}" srcId="{D14F7F53-7CFC-4CC5-98E9-1DD0DB0E0CEA}" destId="{35B3A883-54FE-40DE-9C4E-A87E0726ADBC}" srcOrd="2" destOrd="0" parTransId="{A788269C-94BB-4A9A-A4B3-7681760CA2E7}" sibTransId="{C02178E1-2B31-47A4-B0C0-DCA73E6AF16E}"/>
    <dgm:cxn modelId="{2EE738ED-18FA-478B-8414-B66E94464777}" srcId="{0DD58B90-92A4-42FC-970F-450D29205CD7}" destId="{73CB3D0B-4136-4F0C-9538-40AE6B28090C}" srcOrd="0" destOrd="0" parTransId="{432219A3-B6E1-45E8-A2CF-24C682EE00C8}" sibTransId="{4449218A-5926-499B-9FB7-AE30BA50847C}"/>
    <dgm:cxn modelId="{7BC654F9-DCA5-46E5-878E-F547B0DBAC97}" type="presOf" srcId="{3D4FF407-A92F-4456-B79A-964F846118D4}" destId="{C6751DBF-5B59-4461-AE8B-2FAA715FE830}" srcOrd="0" destOrd="1" presId="urn:microsoft.com/office/officeart/2005/8/layout/list1"/>
    <dgm:cxn modelId="{0AC8F4FC-13CB-43EF-A1C7-17A4F45BB015}" srcId="{A0C25C0D-90D7-4B45-87AB-D575E8A1B6E8}" destId="{87A01B80-DAA5-47C5-A02E-E1CF69A89721}" srcOrd="0" destOrd="0" parTransId="{DDEB5E53-652A-4909-A30E-1DFB1A1D6921}" sibTransId="{3779D707-3E26-4867-A378-238D8C7629BB}"/>
    <dgm:cxn modelId="{289C0DFF-EF9C-4686-A670-D00519F5AA9A}" srcId="{D14F7F53-7CFC-4CC5-98E9-1DD0DB0E0CEA}" destId="{FAF7438B-A28E-46CA-A0FD-3C39FD3CFCD9}" srcOrd="1" destOrd="0" parTransId="{B7261BC0-1AC4-4AD5-91E8-0FEFDB165656}" sibTransId="{67AD1475-2CED-478D-A467-BA110AA46A0A}"/>
    <dgm:cxn modelId="{82A520DA-0F03-457E-B332-F9BBFCD37DAC}" type="presParOf" srcId="{68C5ABED-3C3F-435B-98A2-13B8D7F9E30C}" destId="{C83648B2-FA17-4400-9FC2-E3E84FFFE13F}" srcOrd="0" destOrd="0" presId="urn:microsoft.com/office/officeart/2005/8/layout/list1"/>
    <dgm:cxn modelId="{5084D0E1-2215-4B24-B6C1-855D92E2274D}" type="presParOf" srcId="{C83648B2-FA17-4400-9FC2-E3E84FFFE13F}" destId="{65A543AC-37DC-492F-8EAC-4B995FD9225A}" srcOrd="0" destOrd="0" presId="urn:microsoft.com/office/officeart/2005/8/layout/list1"/>
    <dgm:cxn modelId="{9894AE1A-86F4-4CBF-8C8E-1F2A35C894C4}" type="presParOf" srcId="{C83648B2-FA17-4400-9FC2-E3E84FFFE13F}" destId="{C679D096-9869-4D33-8193-943BA57377AB}" srcOrd="1" destOrd="0" presId="urn:microsoft.com/office/officeart/2005/8/layout/list1"/>
    <dgm:cxn modelId="{D0237562-4E47-421B-BA81-BE1E4F1840D2}" type="presParOf" srcId="{68C5ABED-3C3F-435B-98A2-13B8D7F9E30C}" destId="{DB48E19E-DB14-4015-936B-2EE8A6E6BA9C}" srcOrd="1" destOrd="0" presId="urn:microsoft.com/office/officeart/2005/8/layout/list1"/>
    <dgm:cxn modelId="{60FEDF29-93CC-461F-ACAB-5480570E676E}" type="presParOf" srcId="{68C5ABED-3C3F-435B-98A2-13B8D7F9E30C}" destId="{3A80C4A8-96B1-4183-9421-7587D8D051A8}" srcOrd="2" destOrd="0" presId="urn:microsoft.com/office/officeart/2005/8/layout/list1"/>
    <dgm:cxn modelId="{13530C0B-24E9-438C-81D0-4A4FE084EE05}" type="presParOf" srcId="{68C5ABED-3C3F-435B-98A2-13B8D7F9E30C}" destId="{1C463DC2-AB5A-4F9E-B285-A5B48D5DEC76}" srcOrd="3" destOrd="0" presId="urn:microsoft.com/office/officeart/2005/8/layout/list1"/>
    <dgm:cxn modelId="{C782B32C-AD54-4696-9466-C1FD961DE336}" type="presParOf" srcId="{68C5ABED-3C3F-435B-98A2-13B8D7F9E30C}" destId="{0D4089E4-01A9-409B-9858-22364EDDA007}" srcOrd="4" destOrd="0" presId="urn:microsoft.com/office/officeart/2005/8/layout/list1"/>
    <dgm:cxn modelId="{C36CEF2E-6B88-49B0-8E0A-027FF04A241A}" type="presParOf" srcId="{0D4089E4-01A9-409B-9858-22364EDDA007}" destId="{43AC656D-D8D6-48E0-8A31-D629B604CB27}" srcOrd="0" destOrd="0" presId="urn:microsoft.com/office/officeart/2005/8/layout/list1"/>
    <dgm:cxn modelId="{29CBC94C-56B9-4241-B812-DCC73D865324}" type="presParOf" srcId="{0D4089E4-01A9-409B-9858-22364EDDA007}" destId="{CA30947D-983A-4DD5-BFAF-2B8E5F56176C}" srcOrd="1" destOrd="0" presId="urn:microsoft.com/office/officeart/2005/8/layout/list1"/>
    <dgm:cxn modelId="{F407F3C0-C539-424B-91F3-B7356F5EC6B9}" type="presParOf" srcId="{68C5ABED-3C3F-435B-98A2-13B8D7F9E30C}" destId="{B5129B85-94E8-4B4E-8D79-2E4BDFB2C552}" srcOrd="5" destOrd="0" presId="urn:microsoft.com/office/officeart/2005/8/layout/list1"/>
    <dgm:cxn modelId="{8789F9A6-0E6C-4190-B277-AE72F6738C97}" type="presParOf" srcId="{68C5ABED-3C3F-435B-98A2-13B8D7F9E30C}" destId="{C6751DBF-5B59-4461-AE8B-2FAA715FE83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20FE74-7A1E-4D4B-A7C9-C8FC74A341E0}" type="doc">
      <dgm:prSet loTypeId="urn:microsoft.com/office/officeart/2005/8/layout/hierarchy3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6F1B1B8-E9C4-47C1-96BD-924014A5DDA6}">
      <dgm:prSet/>
      <dgm:spPr/>
      <dgm:t>
        <a:bodyPr/>
        <a:lstStyle/>
        <a:p>
          <a:r>
            <a:rPr lang="tr-TR"/>
            <a:t>Prosedürel programlama – Procedural Programming </a:t>
          </a:r>
          <a:endParaRPr lang="en-US"/>
        </a:p>
      </dgm:t>
    </dgm:pt>
    <dgm:pt modelId="{7A7D0605-E88A-41C2-9055-56201378FC3A}" type="parTrans" cxnId="{986BA0DD-A473-4A23-813C-9048AC04CF9A}">
      <dgm:prSet/>
      <dgm:spPr/>
      <dgm:t>
        <a:bodyPr/>
        <a:lstStyle/>
        <a:p>
          <a:endParaRPr lang="en-US"/>
        </a:p>
      </dgm:t>
    </dgm:pt>
    <dgm:pt modelId="{C3D9014F-1BFB-4C48-9003-AF0D57EDF171}" type="sibTrans" cxnId="{986BA0DD-A473-4A23-813C-9048AC04CF9A}">
      <dgm:prSet/>
      <dgm:spPr/>
      <dgm:t>
        <a:bodyPr/>
        <a:lstStyle/>
        <a:p>
          <a:endParaRPr lang="en-US"/>
        </a:p>
      </dgm:t>
    </dgm:pt>
    <dgm:pt modelId="{65F47A5B-653C-41BD-991A-17EE6A024405}">
      <dgm:prSet/>
      <dgm:spPr/>
      <dgm:t>
        <a:bodyPr/>
        <a:lstStyle/>
        <a:p>
          <a:r>
            <a:rPr lang="tr-TR"/>
            <a:t>C, Pascal, Foltran	</a:t>
          </a:r>
          <a:endParaRPr lang="en-US"/>
        </a:p>
      </dgm:t>
    </dgm:pt>
    <dgm:pt modelId="{5551B913-B498-4ED4-BE02-388D945D3AFD}" type="parTrans" cxnId="{C90D402D-B405-4ECA-9B90-8033297116B3}">
      <dgm:prSet/>
      <dgm:spPr/>
      <dgm:t>
        <a:bodyPr/>
        <a:lstStyle/>
        <a:p>
          <a:endParaRPr lang="en-US"/>
        </a:p>
      </dgm:t>
    </dgm:pt>
    <dgm:pt modelId="{FE156D8E-C29B-4F80-AFB1-6D25345BAF49}" type="sibTrans" cxnId="{C90D402D-B405-4ECA-9B90-8033297116B3}">
      <dgm:prSet/>
      <dgm:spPr/>
      <dgm:t>
        <a:bodyPr/>
        <a:lstStyle/>
        <a:p>
          <a:endParaRPr lang="en-US"/>
        </a:p>
      </dgm:t>
    </dgm:pt>
    <dgm:pt modelId="{803EA4FD-40C2-4104-BE73-358630CDEB01}">
      <dgm:prSet/>
      <dgm:spPr/>
      <dgm:t>
        <a:bodyPr/>
        <a:lstStyle/>
        <a:p>
          <a:r>
            <a:rPr lang="tr-TR" dirty="0"/>
            <a:t>Nesne Tabanlı programlama – Object </a:t>
          </a:r>
          <a:r>
            <a:rPr lang="tr-TR" dirty="0" err="1"/>
            <a:t>Oriented</a:t>
          </a:r>
          <a:r>
            <a:rPr lang="tr-TR" dirty="0"/>
            <a:t> Programming </a:t>
          </a:r>
          <a:endParaRPr lang="en-US" dirty="0"/>
        </a:p>
      </dgm:t>
    </dgm:pt>
    <dgm:pt modelId="{72042B61-5D56-4C7F-99B3-78A2D57143DF}" type="parTrans" cxnId="{6CC2A770-8714-4183-A2A3-5FCC62B5653F}">
      <dgm:prSet/>
      <dgm:spPr/>
      <dgm:t>
        <a:bodyPr/>
        <a:lstStyle/>
        <a:p>
          <a:endParaRPr lang="en-US"/>
        </a:p>
      </dgm:t>
    </dgm:pt>
    <dgm:pt modelId="{F3684E26-6640-4B6E-ACF2-265E9C76DB3B}" type="sibTrans" cxnId="{6CC2A770-8714-4183-A2A3-5FCC62B5653F}">
      <dgm:prSet/>
      <dgm:spPr/>
      <dgm:t>
        <a:bodyPr/>
        <a:lstStyle/>
        <a:p>
          <a:endParaRPr lang="en-US"/>
        </a:p>
      </dgm:t>
    </dgm:pt>
    <dgm:pt modelId="{A7A10294-871C-4301-8F0F-DA9239382184}">
      <dgm:prSet/>
      <dgm:spPr/>
      <dgm:t>
        <a:bodyPr/>
        <a:lstStyle/>
        <a:p>
          <a:r>
            <a:rPr lang="tr-TR"/>
            <a:t>C++, C#, Java, Python</a:t>
          </a:r>
          <a:endParaRPr lang="en-US"/>
        </a:p>
      </dgm:t>
    </dgm:pt>
    <dgm:pt modelId="{F0ADB0E8-D9A0-428A-9729-D570FC54588D}" type="parTrans" cxnId="{501A46DC-7C97-4038-BCCF-CD71741ACF72}">
      <dgm:prSet/>
      <dgm:spPr/>
      <dgm:t>
        <a:bodyPr/>
        <a:lstStyle/>
        <a:p>
          <a:endParaRPr lang="en-US"/>
        </a:p>
      </dgm:t>
    </dgm:pt>
    <dgm:pt modelId="{6208BEF1-0CF7-4307-B0BC-047A36587FAA}" type="sibTrans" cxnId="{501A46DC-7C97-4038-BCCF-CD71741ACF72}">
      <dgm:prSet/>
      <dgm:spPr/>
      <dgm:t>
        <a:bodyPr/>
        <a:lstStyle/>
        <a:p>
          <a:endParaRPr lang="en-US"/>
        </a:p>
      </dgm:t>
    </dgm:pt>
    <dgm:pt modelId="{10A076B0-2D09-4846-A0D0-95540845C13A}" type="pres">
      <dgm:prSet presAssocID="{1620FE74-7A1E-4D4B-A7C9-C8FC74A341E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AC1396E-F45C-41C4-B0F4-1339266C3C01}" type="pres">
      <dgm:prSet presAssocID="{D6F1B1B8-E9C4-47C1-96BD-924014A5DDA6}" presName="root" presStyleCnt="0"/>
      <dgm:spPr/>
    </dgm:pt>
    <dgm:pt modelId="{E1A1422B-FD03-456E-9A09-7FE5D9F64BCA}" type="pres">
      <dgm:prSet presAssocID="{D6F1B1B8-E9C4-47C1-96BD-924014A5DDA6}" presName="rootComposite" presStyleCnt="0"/>
      <dgm:spPr/>
    </dgm:pt>
    <dgm:pt modelId="{32F12F66-9244-459D-8050-3F8379C5CC25}" type="pres">
      <dgm:prSet presAssocID="{D6F1B1B8-E9C4-47C1-96BD-924014A5DDA6}" presName="rootText" presStyleLbl="node1" presStyleIdx="0" presStyleCnt="2"/>
      <dgm:spPr/>
    </dgm:pt>
    <dgm:pt modelId="{EC973EF6-5497-4143-ABFA-699CA941C175}" type="pres">
      <dgm:prSet presAssocID="{D6F1B1B8-E9C4-47C1-96BD-924014A5DDA6}" presName="rootConnector" presStyleLbl="node1" presStyleIdx="0" presStyleCnt="2"/>
      <dgm:spPr/>
    </dgm:pt>
    <dgm:pt modelId="{6F317F89-F082-4B6A-851D-87A7A21EA45C}" type="pres">
      <dgm:prSet presAssocID="{D6F1B1B8-E9C4-47C1-96BD-924014A5DDA6}" presName="childShape" presStyleCnt="0"/>
      <dgm:spPr/>
    </dgm:pt>
    <dgm:pt modelId="{E4276A9C-2098-4732-BF9C-3124120F3A96}" type="pres">
      <dgm:prSet presAssocID="{5551B913-B498-4ED4-BE02-388D945D3AFD}" presName="Name13" presStyleLbl="parChTrans1D2" presStyleIdx="0" presStyleCnt="2"/>
      <dgm:spPr/>
    </dgm:pt>
    <dgm:pt modelId="{2FE2BA37-7546-4CC2-A4FE-E796FB26EB1F}" type="pres">
      <dgm:prSet presAssocID="{65F47A5B-653C-41BD-991A-17EE6A024405}" presName="childText" presStyleLbl="bgAcc1" presStyleIdx="0" presStyleCnt="2">
        <dgm:presLayoutVars>
          <dgm:bulletEnabled val="1"/>
        </dgm:presLayoutVars>
      </dgm:prSet>
      <dgm:spPr/>
    </dgm:pt>
    <dgm:pt modelId="{21FE840C-E04D-430F-8D49-2A0871348819}" type="pres">
      <dgm:prSet presAssocID="{803EA4FD-40C2-4104-BE73-358630CDEB01}" presName="root" presStyleCnt="0"/>
      <dgm:spPr/>
    </dgm:pt>
    <dgm:pt modelId="{49EBA774-57EA-40FA-8F2B-4DBA53CCCD61}" type="pres">
      <dgm:prSet presAssocID="{803EA4FD-40C2-4104-BE73-358630CDEB01}" presName="rootComposite" presStyleCnt="0"/>
      <dgm:spPr/>
    </dgm:pt>
    <dgm:pt modelId="{AD5BB659-D715-49FA-B5A8-5CEC5F29348C}" type="pres">
      <dgm:prSet presAssocID="{803EA4FD-40C2-4104-BE73-358630CDEB01}" presName="rootText" presStyleLbl="node1" presStyleIdx="1" presStyleCnt="2"/>
      <dgm:spPr/>
    </dgm:pt>
    <dgm:pt modelId="{DC4C929D-5E6E-434E-9279-9EE51967570B}" type="pres">
      <dgm:prSet presAssocID="{803EA4FD-40C2-4104-BE73-358630CDEB01}" presName="rootConnector" presStyleLbl="node1" presStyleIdx="1" presStyleCnt="2"/>
      <dgm:spPr/>
    </dgm:pt>
    <dgm:pt modelId="{BEF82347-EB9B-4951-8B75-354379B99BD5}" type="pres">
      <dgm:prSet presAssocID="{803EA4FD-40C2-4104-BE73-358630CDEB01}" presName="childShape" presStyleCnt="0"/>
      <dgm:spPr/>
    </dgm:pt>
    <dgm:pt modelId="{8CE4AE91-A855-4284-BC69-7F1BE42406A3}" type="pres">
      <dgm:prSet presAssocID="{F0ADB0E8-D9A0-428A-9729-D570FC54588D}" presName="Name13" presStyleLbl="parChTrans1D2" presStyleIdx="1" presStyleCnt="2"/>
      <dgm:spPr/>
    </dgm:pt>
    <dgm:pt modelId="{8A546139-262D-467A-A3DA-EFC8A2E9DABA}" type="pres">
      <dgm:prSet presAssocID="{A7A10294-871C-4301-8F0F-DA9239382184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87C1DD13-5A0D-45D6-8664-0E5D0B7BD578}" type="presOf" srcId="{65F47A5B-653C-41BD-991A-17EE6A024405}" destId="{2FE2BA37-7546-4CC2-A4FE-E796FB26EB1F}" srcOrd="0" destOrd="0" presId="urn:microsoft.com/office/officeart/2005/8/layout/hierarchy3"/>
    <dgm:cxn modelId="{C90D402D-B405-4ECA-9B90-8033297116B3}" srcId="{D6F1B1B8-E9C4-47C1-96BD-924014A5DDA6}" destId="{65F47A5B-653C-41BD-991A-17EE6A024405}" srcOrd="0" destOrd="0" parTransId="{5551B913-B498-4ED4-BE02-388D945D3AFD}" sibTransId="{FE156D8E-C29B-4F80-AFB1-6D25345BAF49}"/>
    <dgm:cxn modelId="{14248832-F3CC-4E5C-82B0-E5584CDA78D0}" type="presOf" srcId="{D6F1B1B8-E9C4-47C1-96BD-924014A5DDA6}" destId="{32F12F66-9244-459D-8050-3F8379C5CC25}" srcOrd="0" destOrd="0" presId="urn:microsoft.com/office/officeart/2005/8/layout/hierarchy3"/>
    <dgm:cxn modelId="{E5EAB267-0853-499B-9BF7-833C0D545B2F}" type="presOf" srcId="{5551B913-B498-4ED4-BE02-388D945D3AFD}" destId="{E4276A9C-2098-4732-BF9C-3124120F3A96}" srcOrd="0" destOrd="0" presId="urn:microsoft.com/office/officeart/2005/8/layout/hierarchy3"/>
    <dgm:cxn modelId="{6CC2A770-8714-4183-A2A3-5FCC62B5653F}" srcId="{1620FE74-7A1E-4D4B-A7C9-C8FC74A341E0}" destId="{803EA4FD-40C2-4104-BE73-358630CDEB01}" srcOrd="1" destOrd="0" parTransId="{72042B61-5D56-4C7F-99B3-78A2D57143DF}" sibTransId="{F3684E26-6640-4B6E-ACF2-265E9C76DB3B}"/>
    <dgm:cxn modelId="{8CDC6797-BE9C-4DE6-9532-55A2BDFBD978}" type="presOf" srcId="{D6F1B1B8-E9C4-47C1-96BD-924014A5DDA6}" destId="{EC973EF6-5497-4143-ABFA-699CA941C175}" srcOrd="1" destOrd="0" presId="urn:microsoft.com/office/officeart/2005/8/layout/hierarchy3"/>
    <dgm:cxn modelId="{81B50CD5-A158-4518-B946-93DC36859450}" type="presOf" srcId="{1620FE74-7A1E-4D4B-A7C9-C8FC74A341E0}" destId="{10A076B0-2D09-4846-A0D0-95540845C13A}" srcOrd="0" destOrd="0" presId="urn:microsoft.com/office/officeart/2005/8/layout/hierarchy3"/>
    <dgm:cxn modelId="{35CCCDD7-2670-4FC2-ACCC-BE3E7098A3C8}" type="presOf" srcId="{803EA4FD-40C2-4104-BE73-358630CDEB01}" destId="{DC4C929D-5E6E-434E-9279-9EE51967570B}" srcOrd="1" destOrd="0" presId="urn:microsoft.com/office/officeart/2005/8/layout/hierarchy3"/>
    <dgm:cxn modelId="{501A46DC-7C97-4038-BCCF-CD71741ACF72}" srcId="{803EA4FD-40C2-4104-BE73-358630CDEB01}" destId="{A7A10294-871C-4301-8F0F-DA9239382184}" srcOrd="0" destOrd="0" parTransId="{F0ADB0E8-D9A0-428A-9729-D570FC54588D}" sibTransId="{6208BEF1-0CF7-4307-B0BC-047A36587FAA}"/>
    <dgm:cxn modelId="{986BA0DD-A473-4A23-813C-9048AC04CF9A}" srcId="{1620FE74-7A1E-4D4B-A7C9-C8FC74A341E0}" destId="{D6F1B1B8-E9C4-47C1-96BD-924014A5DDA6}" srcOrd="0" destOrd="0" parTransId="{7A7D0605-E88A-41C2-9055-56201378FC3A}" sibTransId="{C3D9014F-1BFB-4C48-9003-AF0D57EDF171}"/>
    <dgm:cxn modelId="{63C578E1-5944-4234-A7C4-D190CDB7EAFF}" type="presOf" srcId="{A7A10294-871C-4301-8F0F-DA9239382184}" destId="{8A546139-262D-467A-A3DA-EFC8A2E9DABA}" srcOrd="0" destOrd="0" presId="urn:microsoft.com/office/officeart/2005/8/layout/hierarchy3"/>
    <dgm:cxn modelId="{52AE4DEB-F782-4141-8359-F6B3651D9BE6}" type="presOf" srcId="{F0ADB0E8-D9A0-428A-9729-D570FC54588D}" destId="{8CE4AE91-A855-4284-BC69-7F1BE42406A3}" srcOrd="0" destOrd="0" presId="urn:microsoft.com/office/officeart/2005/8/layout/hierarchy3"/>
    <dgm:cxn modelId="{743CC6EC-655E-4BEB-86DD-819E9596D635}" type="presOf" srcId="{803EA4FD-40C2-4104-BE73-358630CDEB01}" destId="{AD5BB659-D715-49FA-B5A8-5CEC5F29348C}" srcOrd="0" destOrd="0" presId="urn:microsoft.com/office/officeart/2005/8/layout/hierarchy3"/>
    <dgm:cxn modelId="{53398809-0FDE-4735-8A86-D158F45B997A}" type="presParOf" srcId="{10A076B0-2D09-4846-A0D0-95540845C13A}" destId="{CAC1396E-F45C-41C4-B0F4-1339266C3C01}" srcOrd="0" destOrd="0" presId="urn:microsoft.com/office/officeart/2005/8/layout/hierarchy3"/>
    <dgm:cxn modelId="{5FA22F79-EA29-4C97-B20C-2BE7FA9F12A5}" type="presParOf" srcId="{CAC1396E-F45C-41C4-B0F4-1339266C3C01}" destId="{E1A1422B-FD03-456E-9A09-7FE5D9F64BCA}" srcOrd="0" destOrd="0" presId="urn:microsoft.com/office/officeart/2005/8/layout/hierarchy3"/>
    <dgm:cxn modelId="{DDF1AF8D-9B08-4AC4-BA61-9FA6C099CBD3}" type="presParOf" srcId="{E1A1422B-FD03-456E-9A09-7FE5D9F64BCA}" destId="{32F12F66-9244-459D-8050-3F8379C5CC25}" srcOrd="0" destOrd="0" presId="urn:microsoft.com/office/officeart/2005/8/layout/hierarchy3"/>
    <dgm:cxn modelId="{B011C8A8-2192-4F8E-814C-01BC3B3495D3}" type="presParOf" srcId="{E1A1422B-FD03-456E-9A09-7FE5D9F64BCA}" destId="{EC973EF6-5497-4143-ABFA-699CA941C175}" srcOrd="1" destOrd="0" presId="urn:microsoft.com/office/officeart/2005/8/layout/hierarchy3"/>
    <dgm:cxn modelId="{ADC805E6-B840-48E2-8DFD-04FFE62F7D3F}" type="presParOf" srcId="{CAC1396E-F45C-41C4-B0F4-1339266C3C01}" destId="{6F317F89-F082-4B6A-851D-87A7A21EA45C}" srcOrd="1" destOrd="0" presId="urn:microsoft.com/office/officeart/2005/8/layout/hierarchy3"/>
    <dgm:cxn modelId="{6B02B520-FB14-47F3-9631-12018A0801DF}" type="presParOf" srcId="{6F317F89-F082-4B6A-851D-87A7A21EA45C}" destId="{E4276A9C-2098-4732-BF9C-3124120F3A96}" srcOrd="0" destOrd="0" presId="urn:microsoft.com/office/officeart/2005/8/layout/hierarchy3"/>
    <dgm:cxn modelId="{1048E38A-B393-461E-83A3-3D94D0B9FC5F}" type="presParOf" srcId="{6F317F89-F082-4B6A-851D-87A7A21EA45C}" destId="{2FE2BA37-7546-4CC2-A4FE-E796FB26EB1F}" srcOrd="1" destOrd="0" presId="urn:microsoft.com/office/officeart/2005/8/layout/hierarchy3"/>
    <dgm:cxn modelId="{F10924C2-5D02-466B-93BA-B5DC57CADC73}" type="presParOf" srcId="{10A076B0-2D09-4846-A0D0-95540845C13A}" destId="{21FE840C-E04D-430F-8D49-2A0871348819}" srcOrd="1" destOrd="0" presId="urn:microsoft.com/office/officeart/2005/8/layout/hierarchy3"/>
    <dgm:cxn modelId="{3B88086A-2780-4526-A80C-A40EFFD822AF}" type="presParOf" srcId="{21FE840C-E04D-430F-8D49-2A0871348819}" destId="{49EBA774-57EA-40FA-8F2B-4DBA53CCCD61}" srcOrd="0" destOrd="0" presId="urn:microsoft.com/office/officeart/2005/8/layout/hierarchy3"/>
    <dgm:cxn modelId="{9611E36E-1BED-46E2-928F-975DA7A7C1EB}" type="presParOf" srcId="{49EBA774-57EA-40FA-8F2B-4DBA53CCCD61}" destId="{AD5BB659-D715-49FA-B5A8-5CEC5F29348C}" srcOrd="0" destOrd="0" presId="urn:microsoft.com/office/officeart/2005/8/layout/hierarchy3"/>
    <dgm:cxn modelId="{68871F19-4D5C-4389-B8C7-59418438B40A}" type="presParOf" srcId="{49EBA774-57EA-40FA-8F2B-4DBA53CCCD61}" destId="{DC4C929D-5E6E-434E-9279-9EE51967570B}" srcOrd="1" destOrd="0" presId="urn:microsoft.com/office/officeart/2005/8/layout/hierarchy3"/>
    <dgm:cxn modelId="{8060A60E-2ECD-4D21-A688-9C6B834067A3}" type="presParOf" srcId="{21FE840C-E04D-430F-8D49-2A0871348819}" destId="{BEF82347-EB9B-4951-8B75-354379B99BD5}" srcOrd="1" destOrd="0" presId="urn:microsoft.com/office/officeart/2005/8/layout/hierarchy3"/>
    <dgm:cxn modelId="{FDD68FB8-3EDB-48CF-AF29-74AFDE380E48}" type="presParOf" srcId="{BEF82347-EB9B-4951-8B75-354379B99BD5}" destId="{8CE4AE91-A855-4284-BC69-7F1BE42406A3}" srcOrd="0" destOrd="0" presId="urn:microsoft.com/office/officeart/2005/8/layout/hierarchy3"/>
    <dgm:cxn modelId="{38637A0B-5215-40E4-B01C-0696275608F8}" type="presParOf" srcId="{BEF82347-EB9B-4951-8B75-354379B99BD5}" destId="{8A546139-262D-467A-A3DA-EFC8A2E9DAB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0C4A8-96B1-4183-9421-7587D8D051A8}">
      <dsp:nvSpPr>
        <dsp:cNvPr id="0" name=""/>
        <dsp:cNvSpPr/>
      </dsp:nvSpPr>
      <dsp:spPr>
        <a:xfrm>
          <a:off x="0" y="299032"/>
          <a:ext cx="6900512" cy="385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54076" rIns="53555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/>
            <a:t>Gömülü Sistem Programlama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/>
            <a:t>Mobil Programlama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/>
            <a:t>Web Tabanlı Programlama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/>
            <a:t>Front </a:t>
          </a:r>
          <a:r>
            <a:rPr lang="tr-TR" sz="1700" kern="1200" dirty="0" err="1"/>
            <a:t>end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 err="1"/>
            <a:t>Back</a:t>
          </a:r>
          <a:r>
            <a:rPr lang="tr-TR" sz="1700" kern="1200" dirty="0"/>
            <a:t> </a:t>
          </a:r>
          <a:r>
            <a:rPr lang="tr-TR" sz="1700" kern="1200" dirty="0" err="1"/>
            <a:t>end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/>
            <a:t>Görsel Programlama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 err="1"/>
            <a:t>Veritabanı</a:t>
          </a:r>
          <a:r>
            <a:rPr lang="tr-TR" sz="1700" kern="1200" dirty="0"/>
            <a:t> Programlama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/>
            <a:t>Bilimsel programlama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/>
            <a:t>Yapay zeka teknikleri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/>
            <a:t>Doğal dil işleme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/>
            <a:t>Görüntü işleme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 dirty="0"/>
            <a:t>Vs.</a:t>
          </a:r>
          <a:endParaRPr lang="en-US" sz="1700" kern="1200" dirty="0"/>
        </a:p>
      </dsp:txBody>
      <dsp:txXfrm>
        <a:off x="0" y="299032"/>
        <a:ext cx="6900512" cy="3855600"/>
      </dsp:txXfrm>
    </dsp:sp>
    <dsp:sp modelId="{C679D096-9869-4D33-8193-943BA57377AB}">
      <dsp:nvSpPr>
        <dsp:cNvPr id="0" name=""/>
        <dsp:cNvSpPr/>
      </dsp:nvSpPr>
      <dsp:spPr>
        <a:xfrm>
          <a:off x="345025" y="48112"/>
          <a:ext cx="4830358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Amaç:</a:t>
          </a:r>
          <a:endParaRPr lang="en-US" sz="1700" kern="1200"/>
        </a:p>
      </dsp:txBody>
      <dsp:txXfrm>
        <a:off x="369523" y="72610"/>
        <a:ext cx="4781362" cy="452844"/>
      </dsp:txXfrm>
    </dsp:sp>
    <dsp:sp modelId="{C6751DBF-5B59-4461-AE8B-2FAA715FE830}">
      <dsp:nvSpPr>
        <dsp:cNvPr id="0" name=""/>
        <dsp:cNvSpPr/>
      </dsp:nvSpPr>
      <dsp:spPr>
        <a:xfrm>
          <a:off x="0" y="4497353"/>
          <a:ext cx="6900512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54076" rIns="53555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>
              <a:hlinkClick xmlns:r="http://schemas.openxmlformats.org/officeDocument/2006/relationships" r:id="rId1"/>
            </a:rPr>
            <a:t>https://www.tiobe.com/tiobe-index/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kern="1200">
              <a:hlinkClick xmlns:r="http://schemas.openxmlformats.org/officeDocument/2006/relationships" r:id="rId2"/>
            </a:rPr>
            <a:t>https://pypl.github.io/PYPL.html</a:t>
          </a:r>
          <a:endParaRPr lang="en-US" sz="1700" kern="1200"/>
        </a:p>
      </dsp:txBody>
      <dsp:txXfrm>
        <a:off x="0" y="4497353"/>
        <a:ext cx="6900512" cy="990675"/>
      </dsp:txXfrm>
    </dsp:sp>
    <dsp:sp modelId="{CA30947D-983A-4DD5-BFAF-2B8E5F56176C}">
      <dsp:nvSpPr>
        <dsp:cNvPr id="0" name=""/>
        <dsp:cNvSpPr/>
      </dsp:nvSpPr>
      <dsp:spPr>
        <a:xfrm>
          <a:off x="345025" y="4246433"/>
          <a:ext cx="4830358" cy="50184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Dil Popülaritesi </a:t>
          </a:r>
          <a:endParaRPr lang="en-US" sz="1700" kern="1200"/>
        </a:p>
      </dsp:txBody>
      <dsp:txXfrm>
        <a:off x="369523" y="4270931"/>
        <a:ext cx="4781362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F12F66-9244-459D-8050-3F8379C5CC25}">
      <dsp:nvSpPr>
        <dsp:cNvPr id="0" name=""/>
        <dsp:cNvSpPr/>
      </dsp:nvSpPr>
      <dsp:spPr>
        <a:xfrm>
          <a:off x="811" y="1006974"/>
          <a:ext cx="2955390" cy="14776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/>
            <a:t>Prosedürel programlama – Procedural Programming </a:t>
          </a:r>
          <a:endParaRPr lang="en-US" sz="2300" kern="1200"/>
        </a:p>
      </dsp:txBody>
      <dsp:txXfrm>
        <a:off x="44091" y="1050254"/>
        <a:ext cx="2868830" cy="1391135"/>
      </dsp:txXfrm>
    </dsp:sp>
    <dsp:sp modelId="{E4276A9C-2098-4732-BF9C-3124120F3A96}">
      <dsp:nvSpPr>
        <dsp:cNvPr id="0" name=""/>
        <dsp:cNvSpPr/>
      </dsp:nvSpPr>
      <dsp:spPr>
        <a:xfrm>
          <a:off x="296350" y="2484670"/>
          <a:ext cx="295539" cy="1108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8271"/>
              </a:lnTo>
              <a:lnTo>
                <a:pt x="295539" y="1108271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E2BA37-7546-4CC2-A4FE-E796FB26EB1F}">
      <dsp:nvSpPr>
        <dsp:cNvPr id="0" name=""/>
        <dsp:cNvSpPr/>
      </dsp:nvSpPr>
      <dsp:spPr>
        <a:xfrm>
          <a:off x="591890" y="2854093"/>
          <a:ext cx="2364312" cy="14776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/>
            <a:t>C, Pascal, Foltran	</a:t>
          </a:r>
          <a:endParaRPr lang="en-US" sz="3300" kern="1200"/>
        </a:p>
      </dsp:txBody>
      <dsp:txXfrm>
        <a:off x="635170" y="2897373"/>
        <a:ext cx="2277752" cy="1391135"/>
      </dsp:txXfrm>
    </dsp:sp>
    <dsp:sp modelId="{AD5BB659-D715-49FA-B5A8-5CEC5F29348C}">
      <dsp:nvSpPr>
        <dsp:cNvPr id="0" name=""/>
        <dsp:cNvSpPr/>
      </dsp:nvSpPr>
      <dsp:spPr>
        <a:xfrm>
          <a:off x="3695050" y="1006974"/>
          <a:ext cx="2955390" cy="14776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kern="1200" dirty="0"/>
            <a:t>Nesne Tabanlı programlama – Object </a:t>
          </a:r>
          <a:r>
            <a:rPr lang="tr-TR" sz="2300" kern="1200" dirty="0" err="1"/>
            <a:t>Oriented</a:t>
          </a:r>
          <a:r>
            <a:rPr lang="tr-TR" sz="2300" kern="1200" dirty="0"/>
            <a:t> Programming </a:t>
          </a:r>
          <a:endParaRPr lang="en-US" sz="2300" kern="1200" dirty="0"/>
        </a:p>
      </dsp:txBody>
      <dsp:txXfrm>
        <a:off x="3738330" y="1050254"/>
        <a:ext cx="2868830" cy="1391135"/>
      </dsp:txXfrm>
    </dsp:sp>
    <dsp:sp modelId="{8CE4AE91-A855-4284-BC69-7F1BE42406A3}">
      <dsp:nvSpPr>
        <dsp:cNvPr id="0" name=""/>
        <dsp:cNvSpPr/>
      </dsp:nvSpPr>
      <dsp:spPr>
        <a:xfrm>
          <a:off x="3990589" y="2484670"/>
          <a:ext cx="295539" cy="1108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8271"/>
              </a:lnTo>
              <a:lnTo>
                <a:pt x="295539" y="1108271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546139-262D-467A-A3DA-EFC8A2E9DABA}">
      <dsp:nvSpPr>
        <dsp:cNvPr id="0" name=""/>
        <dsp:cNvSpPr/>
      </dsp:nvSpPr>
      <dsp:spPr>
        <a:xfrm>
          <a:off x="4286128" y="2854093"/>
          <a:ext cx="2364312" cy="14776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300" kern="1200"/>
            <a:t>C++, C#, Java, Python</a:t>
          </a:r>
          <a:endParaRPr lang="en-US" sz="3300" kern="1200"/>
        </a:p>
      </dsp:txBody>
      <dsp:txXfrm>
        <a:off x="4329408" y="2897373"/>
        <a:ext cx="2277752" cy="1391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3E315743-868A-435F-B429-E429B8A9A7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58F8EA5-2595-4857-A48A-165AFFCE8C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40633-CD1B-45BA-931E-EB313FEC2B9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E86820E-544C-41A0-B13C-AC2117A620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C22EB8C-549F-4B69-B928-FAE7D1740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05A97-A4D1-409E-9A8A-1B0D472204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4113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441EC-517A-4B7D-944E-F0F32DD71963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2DF06-7395-46A4-99EC-F5B46B5A62F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146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2DF06-7395-46A4-99EC-F5B46B5A62FD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3714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Dil öğretmeyi amaçlamıyor</a:t>
            </a:r>
          </a:p>
          <a:p>
            <a:r>
              <a:rPr lang="tr-TR" dirty="0"/>
              <a:t>Dilden ziyade nesneye yönelimli program tasarımına odaklanılacak</a:t>
            </a:r>
          </a:p>
          <a:p>
            <a:r>
              <a:rPr lang="tr-TR" dirty="0"/>
              <a:t>Sınıf Nesne ilişkisi</a:t>
            </a:r>
          </a:p>
          <a:p>
            <a:r>
              <a:rPr lang="tr-TR" dirty="0"/>
              <a:t>OOP </a:t>
            </a:r>
            <a:r>
              <a:rPr lang="tr-TR" dirty="0" err="1"/>
              <a:t>nin</a:t>
            </a:r>
            <a:r>
              <a:rPr lang="tr-TR" dirty="0"/>
              <a:t> özellikleri</a:t>
            </a:r>
          </a:p>
          <a:p>
            <a:r>
              <a:rPr lang="tr-TR" dirty="0"/>
              <a:t>Tasarım prensipleri</a:t>
            </a:r>
          </a:p>
          <a:p>
            <a:r>
              <a:rPr lang="tr-TR" dirty="0"/>
              <a:t>Tasarım desenleri </a:t>
            </a:r>
          </a:p>
          <a:p>
            <a:r>
              <a:rPr lang="tr-TR" dirty="0"/>
              <a:t>Ve bunların uygulamaları</a:t>
            </a:r>
          </a:p>
          <a:p>
            <a:r>
              <a:rPr lang="tr-TR" dirty="0"/>
              <a:t>Dil uygulamaları göstermek için gerekli </a:t>
            </a:r>
          </a:p>
          <a:p>
            <a:r>
              <a:rPr lang="tr-TR" dirty="0"/>
              <a:t>Anlatılacak prensipler bütün OOP diller için geçerli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2DF06-7395-46A4-99EC-F5B46B5A62FD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8700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Bilgisayarla yapılabilecek her şey için program yazılabilir.</a:t>
            </a:r>
          </a:p>
          <a:p>
            <a:r>
              <a:rPr lang="tr-TR" dirty="0"/>
              <a:t>Bilgisayarın sunduğu özellikleri bir mantık içerisinde kullanarak bir probleme çözüm getirebiliriz.</a:t>
            </a:r>
          </a:p>
          <a:p>
            <a:endParaRPr lang="tr-TR" dirty="0"/>
          </a:p>
          <a:p>
            <a:r>
              <a:rPr lang="tr-TR" dirty="0"/>
              <a:t>Amaca göre analiz yapıp bir dil seçilebilir. 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2DF06-7395-46A4-99EC-F5B46B5A62FD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6584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Ufkun geniş olması gerekli</a:t>
            </a:r>
          </a:p>
          <a:p>
            <a:r>
              <a:rPr lang="tr-TR" dirty="0"/>
              <a:t>Geniş bir bakış açısına sahip olunmalı </a:t>
            </a:r>
          </a:p>
          <a:p>
            <a:r>
              <a:rPr lang="tr-TR" dirty="0"/>
              <a:t>Teknoloji bilişim alanında çok hızlı değişiyor gelişiyor. </a:t>
            </a:r>
          </a:p>
          <a:p>
            <a:r>
              <a:rPr lang="tr-TR" dirty="0"/>
              <a:t>Değişime ayak uydurmak lazım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Bunun için de yazılım açısından farklı diller ve programlama yapıları hakkında bilgi sahibi olmak gerekiyor.</a:t>
            </a:r>
          </a:p>
          <a:p>
            <a:r>
              <a:rPr lang="tr-TR" dirty="0"/>
              <a:t>«Her şeyden bir şey bil bir şeyden de her şeyi bil»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2DF06-7395-46A4-99EC-F5B46B5A62FD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540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Diller zaman içerisinde gelişiyorlar</a:t>
            </a:r>
          </a:p>
          <a:p>
            <a:r>
              <a:rPr lang="tr-TR" dirty="0"/>
              <a:t>Literatüre yeni yaklaşımlar giriyor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2DF06-7395-46A4-99EC-F5B46B5A62FD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2982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2B93AF-B991-484B-A93C-AE2560C7E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7" name="Başlık 6">
            <a:extLst>
              <a:ext uri="{FF2B5EF4-FFF2-40B4-BE49-F238E27FC236}">
                <a16:creationId xmlns:a16="http://schemas.microsoft.com/office/drawing/2014/main" id="{9CEC6E7A-9446-4F9C-A8B4-036582A18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11" name="Veri Yer Tutucusu 10">
            <a:extLst>
              <a:ext uri="{FF2B5EF4-FFF2-40B4-BE49-F238E27FC236}">
                <a16:creationId xmlns:a16="http://schemas.microsoft.com/office/drawing/2014/main" id="{BA139BF4-CDD9-4A49-9401-4617E13C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12" name="Alt Bilgi Yer Tutucusu 11">
            <a:extLst>
              <a:ext uri="{FF2B5EF4-FFF2-40B4-BE49-F238E27FC236}">
                <a16:creationId xmlns:a16="http://schemas.microsoft.com/office/drawing/2014/main" id="{7C0208E7-56AD-4145-97BB-D926B6804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Dr. Öğr. Üyesi Emre Bendeş</a:t>
            </a:r>
            <a:endParaRPr lang="tr-TR" dirty="0"/>
          </a:p>
        </p:txBody>
      </p:sp>
      <p:sp>
        <p:nvSpPr>
          <p:cNvPr id="13" name="Slayt Numarası Yer Tutucusu 12">
            <a:extLst>
              <a:ext uri="{FF2B5EF4-FFF2-40B4-BE49-F238E27FC236}">
                <a16:creationId xmlns:a16="http://schemas.microsoft.com/office/drawing/2014/main" id="{39A3C92A-DA2F-4461-B433-75A3332B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7745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0063-8B3A-4A98-87B6-D60CEA1C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4D3C6-89D7-4AC0-A49B-B8874749D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13C9D-D88A-430A-83DD-5B8CBF5E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68059-02EB-483F-B906-373105CA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Dr. </a:t>
            </a:r>
            <a:r>
              <a:rPr lang="tr-TR" dirty="0" err="1"/>
              <a:t>Öğr</a:t>
            </a:r>
            <a:r>
              <a:rPr lang="tr-TR" dirty="0"/>
              <a:t>. Üyesi Emre Bendeş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5F49A-0173-4E6A-AB93-CD99308A7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569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A7BC-54E1-42E4-8AA8-18C1F84EC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2DD22-412C-403F-BBFB-598D3D85F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424D-D3B3-4E57-8D52-B199A87C9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369D0-AA31-44BC-BF92-BAD48881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3EED7-1822-4D7F-9107-B50548E5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992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03B58-FCD7-4C9B-BB65-B5683000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7DB70-2369-4DC8-AB8A-F0E6BFCDDC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6CE1D-914D-4FBC-AD3D-71B2DC8F4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87C45-8727-4B5F-8E19-21EF9AE2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E5610-F942-4DC8-8C79-A43E548B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6C97A-AC14-4923-A98F-7C2CDB6D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587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2E49-F9DA-4B88-9D3C-70D9A2F9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60E6F-354B-4619-B099-1D9E4C8F3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67CAD-4616-4D3D-9E16-B65C20714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5629F-51D7-404C-8CBE-676466FA4A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5FA792-21D1-483C-8DC2-8A96FE830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904D7-4102-4DDC-BE68-60309DDD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10A0F4-3954-4BB8-9198-1BE9AAB6C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786E1F-2F6F-4C44-91F0-F965E8FB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2307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6274-C50C-47F1-A25E-39A663F3B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524BA-C09F-4262-9C94-FC95A3938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E19EF-941A-41B7-B04A-E1F31C37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52C67-B43E-4C2D-9E2E-8F3EB47F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236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AE465-D979-4C1B-A640-3EA1E2E9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FFAE15-9998-4116-959F-C430CD806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E4D15-7507-4144-8224-1F2F7E31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27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069E-9B33-4493-9D0B-61C313B7A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9FEC3-48A6-45E2-8283-304CE4A7E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A85A5-092E-47EF-AC1C-92F39C260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4D193-EEC7-4F6E-9EB3-3598ABA60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08234-932A-477B-BF07-09B00563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B51D5-981B-430D-B951-7208FEDB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719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6B9C2-F206-49F0-AA51-14C3206E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8633D-17AC-4780-83F7-C835D48BB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D23AF-21D4-4945-BE3C-44F3B581C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5BC03-181B-4E2F-9458-D899EBFE0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2C0F7-8378-4722-944D-23B088A2F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AD344-F125-41FC-A286-352F319D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095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B5A0-037D-4D1C-8372-991659BC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92FF6-37B3-439D-B989-8A3DBBE90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A3DB6-4EAF-4C9A-AE6B-0CE7F541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47638-74BF-4729-A835-7BB10102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61A78-2ABA-4A0E-92D9-7F0AFA3B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2828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4AD8C-8D84-48C2-97D7-6715DD4AD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910FA-2CE9-45F9-838F-56F35A4A0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C18D5-C707-498D-B50C-097FDA4F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4042D-8ACF-4AC8-8790-0EB7C8014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7173-380C-47CB-B012-75693EC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355E8-FFD2-41AB-927E-3B8ECCCE47D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2859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955B2-12BC-42FE-B140-1398CBE1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76B17-FF20-4A5A-B8C4-D2DFF7F74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r-T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97CEF-43EB-4580-8FED-DE985D748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888D7-055B-4543-BAAE-A752F2C51FA0}" type="datetimeFigureOut">
              <a:rPr lang="tr-TR" smtClean="0"/>
              <a:t>30.09.2021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DE1B5-C6EE-4182-9F42-AD0023EFE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13071-7206-4977-8A81-D44EFF60A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r-TR" dirty="0"/>
              <a:t>Dr. </a:t>
            </a:r>
            <a:r>
              <a:rPr lang="tr-TR" dirty="0" err="1"/>
              <a:t>Öğr</a:t>
            </a:r>
            <a:r>
              <a:rPr lang="tr-TR" dirty="0"/>
              <a:t>. Üyesi Emre Bendeş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9BA0142F-43C3-4E24-BDE6-E89C0338CE65}"/>
              </a:ext>
            </a:extLst>
          </p:cNvPr>
          <p:cNvSpPr txBox="1"/>
          <p:nvPr userDrawn="1"/>
        </p:nvSpPr>
        <p:spPr>
          <a:xfrm>
            <a:off x="9491031" y="6393184"/>
            <a:ext cx="1862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Dr. </a:t>
            </a:r>
            <a:r>
              <a:rPr lang="tr-TR" sz="1200" dirty="0" err="1"/>
              <a:t>Öğr</a:t>
            </a:r>
            <a:r>
              <a:rPr lang="tr-TR" sz="1200" dirty="0"/>
              <a:t>. Üyesi Emre Bendeş</a:t>
            </a:r>
          </a:p>
        </p:txBody>
      </p:sp>
    </p:spTree>
    <p:extLst>
      <p:ext uri="{BB962C8B-B14F-4D97-AF65-F5344CB8AC3E}">
        <p14:creationId xmlns:p14="http://schemas.microsoft.com/office/powerpoint/2010/main" val="90864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6EE4FD-480F-42A5-9FEB-DA630457C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A187062F-BE14-42FC-B06A-607DB2384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2688" y="1766812"/>
            <a:ext cx="822493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731FE21B-2A45-4BF5-8B03-E1234198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2689" y="1423780"/>
            <a:ext cx="687754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2DC5A94D-79ED-48F5-9DC5-96CBB507C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183243" y="1239381"/>
            <a:ext cx="3472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93A3D4BE-AF25-4F9A-9C29-1145CCE24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183242" y="1230651"/>
            <a:ext cx="10208658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57B7C6-DD53-4C81-97E2-CA1683F4E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0997" y="1607809"/>
            <a:ext cx="9236026" cy="2876680"/>
          </a:xfrm>
        </p:spPr>
        <p:txBody>
          <a:bodyPr anchor="b">
            <a:normAutofit/>
          </a:bodyPr>
          <a:lstStyle/>
          <a:p>
            <a:pPr algn="l"/>
            <a:r>
              <a:rPr lang="tr-TR" sz="6600" dirty="0">
                <a:solidFill>
                  <a:srgbClr val="FFFFFF"/>
                </a:solidFill>
              </a:rPr>
              <a:t>Nesne Tabanlı Programlama</a:t>
            </a:r>
            <a:br>
              <a:rPr lang="tr-TR" sz="6600" dirty="0">
                <a:solidFill>
                  <a:srgbClr val="FFFFFF"/>
                </a:solidFill>
              </a:rPr>
            </a:br>
            <a:r>
              <a:rPr lang="tr-TR" sz="3300" dirty="0">
                <a:solidFill>
                  <a:srgbClr val="FFFFFF"/>
                </a:solidFill>
              </a:rPr>
              <a:t>Object </a:t>
            </a:r>
            <a:r>
              <a:rPr lang="tr-TR" sz="3300" dirty="0" err="1">
                <a:solidFill>
                  <a:srgbClr val="FFFFFF"/>
                </a:solidFill>
              </a:rPr>
              <a:t>Oriented</a:t>
            </a:r>
            <a:r>
              <a:rPr lang="tr-TR" sz="3300" dirty="0">
                <a:solidFill>
                  <a:srgbClr val="FFFFFF"/>
                </a:solidFill>
              </a:rPr>
              <a:t> Programming</a:t>
            </a:r>
            <a:endParaRPr lang="tr-TR" sz="6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D040C-D233-4A21-9B80-143282158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7499" y="4810308"/>
            <a:ext cx="9003022" cy="1076551"/>
          </a:xfrm>
        </p:spPr>
        <p:txBody>
          <a:bodyPr>
            <a:normAutofit/>
          </a:bodyPr>
          <a:lstStyle/>
          <a:p>
            <a:pPr algn="l"/>
            <a:r>
              <a:rPr lang="tr-TR" dirty="0"/>
              <a:t>DERS 01 – Nesne tabanlı programlamaya giriş</a:t>
            </a:r>
          </a:p>
          <a:p>
            <a:pPr algn="l"/>
            <a:r>
              <a:rPr lang="tr-TR" dirty="0"/>
              <a:t>Dr. </a:t>
            </a:r>
            <a:r>
              <a:rPr lang="tr-TR" dirty="0" err="1"/>
              <a:t>Öğr</a:t>
            </a:r>
            <a:r>
              <a:rPr lang="tr-TR" dirty="0"/>
              <a:t>. Üyesi Emre Bendeş</a:t>
            </a:r>
          </a:p>
        </p:txBody>
      </p:sp>
    </p:spTree>
    <p:extLst>
      <p:ext uri="{BB962C8B-B14F-4D97-AF65-F5344CB8AC3E}">
        <p14:creationId xmlns:p14="http://schemas.microsoft.com/office/powerpoint/2010/main" val="284874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9D64660-9714-4B5B-89E3-8AE887F4E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 Ders Ne İçeriyor ?</a:t>
            </a:r>
          </a:p>
        </p:txBody>
      </p:sp>
      <p:pic>
        <p:nvPicPr>
          <p:cNvPr id="7" name="İçerik Yer Tutucusu 6" descr="3D wooden cubes with one yellow cube suspended in mid-air">
            <a:extLst>
              <a:ext uri="{FF2B5EF4-FFF2-40B4-BE49-F238E27FC236}">
                <a16:creationId xmlns:a16="http://schemas.microsoft.com/office/drawing/2014/main" id="{73ADCD22-85D9-455D-9634-1F5657691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164777"/>
            <a:ext cx="6780700" cy="4526117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9A4FB04B-4712-4E6F-9A2F-1FC4917E3104}"/>
              </a:ext>
            </a:extLst>
          </p:cNvPr>
          <p:cNvSpPr txBox="1"/>
          <p:nvPr/>
        </p:nvSpPr>
        <p:spPr>
          <a:xfrm>
            <a:off x="1339703" y="6084140"/>
            <a:ext cx="9952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dirty="0">
                <a:highlight>
                  <a:srgbClr val="FFFF00"/>
                </a:highlight>
              </a:rPr>
              <a:t>NOT: DERSİN AMACI DİL ÖĞRETMEK DEĞİLDİR</a:t>
            </a:r>
            <a:endParaRPr lang="tr-TR" sz="36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BC89701-CCFE-43F3-934E-D16747ED74A2}"/>
              </a:ext>
            </a:extLst>
          </p:cNvPr>
          <p:cNvSpPr txBox="1">
            <a:spLocks/>
          </p:cNvSpPr>
          <p:nvPr/>
        </p:nvSpPr>
        <p:spPr>
          <a:xfrm>
            <a:off x="4777316" y="1164777"/>
            <a:ext cx="6780700" cy="4526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tr-TR" dirty="0"/>
          </a:p>
          <a:p>
            <a:pPr lvl="1"/>
            <a:endParaRPr lang="tr-TR" dirty="0"/>
          </a:p>
        </p:txBody>
      </p:sp>
      <p:graphicFrame>
        <p:nvGraphicFramePr>
          <p:cNvPr id="11" name="Tablo 10">
            <a:extLst>
              <a:ext uri="{FF2B5EF4-FFF2-40B4-BE49-F238E27FC236}">
                <a16:creationId xmlns:a16="http://schemas.microsoft.com/office/drawing/2014/main" id="{B69F9418-6E80-46AF-9D43-35B1B1104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000082"/>
              </p:ext>
            </p:extLst>
          </p:nvPr>
        </p:nvGraphicFramePr>
        <p:xfrm>
          <a:off x="4777316" y="1164776"/>
          <a:ext cx="7224184" cy="4093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4184">
                  <a:extLst>
                    <a:ext uri="{9D8B030D-6E8A-4147-A177-3AD203B41FA5}">
                      <a16:colId xmlns:a16="http://schemas.microsoft.com/office/drawing/2014/main" val="2922622287"/>
                    </a:ext>
                  </a:extLst>
                </a:gridCol>
              </a:tblGrid>
              <a:tr h="517119">
                <a:tc>
                  <a:txBody>
                    <a:bodyPr/>
                    <a:lstStyle/>
                    <a:p>
                      <a:pPr algn="l" fontAlgn="b"/>
                      <a:r>
                        <a:rPr lang="tr-TR" sz="2800" u="none" strike="noStrike" dirty="0">
                          <a:effectLst/>
                        </a:rPr>
                        <a:t>Sınıf nesne yapısı</a:t>
                      </a:r>
                      <a:endParaRPr lang="tr-T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2497985"/>
                  </a:ext>
                </a:extLst>
              </a:tr>
              <a:tr h="517119">
                <a:tc>
                  <a:txBody>
                    <a:bodyPr/>
                    <a:lstStyle/>
                    <a:p>
                      <a:pPr algn="l" fontAlgn="b"/>
                      <a:r>
                        <a:rPr lang="tr-TR" sz="2800" u="none" strike="noStrike" dirty="0">
                          <a:effectLst/>
                        </a:rPr>
                        <a:t>UML (</a:t>
                      </a:r>
                      <a:r>
                        <a:rPr lang="tr-TR" sz="2800" u="none" strike="noStrike" dirty="0" err="1">
                          <a:effectLst/>
                        </a:rPr>
                        <a:t>Unified</a:t>
                      </a:r>
                      <a:r>
                        <a:rPr lang="tr-TR" sz="2800" u="none" strike="noStrike" dirty="0">
                          <a:effectLst/>
                        </a:rPr>
                        <a:t> </a:t>
                      </a:r>
                      <a:r>
                        <a:rPr lang="tr-TR" sz="2800" u="none" strike="noStrike" dirty="0" err="1">
                          <a:effectLst/>
                        </a:rPr>
                        <a:t>Modeling</a:t>
                      </a:r>
                      <a:r>
                        <a:rPr lang="tr-TR" sz="2800" u="none" strike="noStrike" dirty="0">
                          <a:effectLst/>
                        </a:rPr>
                        <a:t> Language)</a:t>
                      </a:r>
                      <a:endParaRPr lang="tr-T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9446594"/>
                  </a:ext>
                </a:extLst>
              </a:tr>
              <a:tr h="990310">
                <a:tc>
                  <a:txBody>
                    <a:bodyPr/>
                    <a:lstStyle/>
                    <a:p>
                      <a:pPr algn="l" fontAlgn="b"/>
                      <a:r>
                        <a:rPr lang="tr-TR" sz="2800" u="none" strike="noStrike" dirty="0">
                          <a:effectLst/>
                        </a:rPr>
                        <a:t>NTP Özellikleri </a:t>
                      </a:r>
                    </a:p>
                    <a:p>
                      <a:pPr algn="l" fontAlgn="b"/>
                      <a:r>
                        <a:rPr lang="tr-TR" sz="2800" u="none" strike="noStrike" dirty="0">
                          <a:effectLst/>
                        </a:rPr>
                        <a:t>     </a:t>
                      </a:r>
                      <a:r>
                        <a:rPr lang="tr-TR" sz="2800" u="none" strike="noStrike" dirty="0" err="1">
                          <a:effectLst/>
                        </a:rPr>
                        <a:t>Polimorhizm</a:t>
                      </a:r>
                      <a:r>
                        <a:rPr lang="tr-TR" sz="2800" u="none" strike="noStrike" dirty="0">
                          <a:effectLst/>
                        </a:rPr>
                        <a:t>, Miras, </a:t>
                      </a:r>
                      <a:r>
                        <a:rPr lang="tr-TR" sz="2800" u="none" strike="noStrike" dirty="0" err="1">
                          <a:effectLst/>
                        </a:rPr>
                        <a:t>Absraction</a:t>
                      </a:r>
                      <a:r>
                        <a:rPr lang="tr-TR" sz="2800" u="none" strike="noStrike" dirty="0">
                          <a:effectLst/>
                        </a:rPr>
                        <a:t>, </a:t>
                      </a:r>
                      <a:r>
                        <a:rPr lang="tr-TR" sz="2800" u="none" strike="noStrike" dirty="0" err="1">
                          <a:effectLst/>
                        </a:rPr>
                        <a:t>encapsulation</a:t>
                      </a:r>
                      <a:endParaRPr lang="tr-T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1119974"/>
                  </a:ext>
                </a:extLst>
              </a:tr>
              <a:tr h="517119">
                <a:tc>
                  <a:txBody>
                    <a:bodyPr/>
                    <a:lstStyle/>
                    <a:p>
                      <a:pPr algn="l" fontAlgn="b"/>
                      <a:r>
                        <a:rPr lang="tr-TR" sz="2800" u="none" strike="noStrike" dirty="0">
                          <a:effectLst/>
                        </a:rPr>
                        <a:t>Tasarım </a:t>
                      </a:r>
                      <a:r>
                        <a:rPr lang="tr-TR" sz="2800" u="none" strike="noStrike">
                          <a:effectLst/>
                        </a:rPr>
                        <a:t>Prensipleri (SOLİD)</a:t>
                      </a:r>
                      <a:endParaRPr lang="tr-T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5632493"/>
                  </a:ext>
                </a:extLst>
              </a:tr>
              <a:tr h="517119">
                <a:tc>
                  <a:txBody>
                    <a:bodyPr/>
                    <a:lstStyle/>
                    <a:p>
                      <a:pPr algn="l" fontAlgn="b"/>
                      <a:r>
                        <a:rPr lang="tr-TR" sz="2800" u="none" strike="noStrike" dirty="0">
                          <a:effectLst/>
                        </a:rPr>
                        <a:t>Dizayn </a:t>
                      </a:r>
                      <a:r>
                        <a:rPr lang="tr-TR" sz="2800" u="none" strike="noStrike" dirty="0" err="1">
                          <a:effectLst/>
                        </a:rPr>
                        <a:t>Pattern</a:t>
                      </a:r>
                      <a:r>
                        <a:rPr lang="tr-TR" sz="2800" u="none" strike="noStrike" dirty="0">
                          <a:effectLst/>
                        </a:rPr>
                        <a:t> </a:t>
                      </a:r>
                      <a:r>
                        <a:rPr lang="tr-TR" sz="2800" u="none" strike="noStrike" dirty="0" err="1">
                          <a:effectLst/>
                        </a:rPr>
                        <a:t>Creational</a:t>
                      </a:r>
                      <a:endParaRPr lang="tr-T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258877"/>
                  </a:ext>
                </a:extLst>
              </a:tr>
              <a:tr h="517119">
                <a:tc>
                  <a:txBody>
                    <a:bodyPr/>
                    <a:lstStyle/>
                    <a:p>
                      <a:pPr algn="l" fontAlgn="b"/>
                      <a:r>
                        <a:rPr lang="tr-TR" sz="2800" u="none" strike="noStrike" dirty="0">
                          <a:effectLst/>
                        </a:rPr>
                        <a:t>Dizayn </a:t>
                      </a:r>
                      <a:r>
                        <a:rPr lang="tr-TR" sz="2800" u="none" strike="noStrike" dirty="0" err="1">
                          <a:effectLst/>
                        </a:rPr>
                        <a:t>Pattern</a:t>
                      </a:r>
                      <a:r>
                        <a:rPr lang="tr-TR" sz="2800" u="none" strike="noStrike" dirty="0">
                          <a:effectLst/>
                        </a:rPr>
                        <a:t> </a:t>
                      </a:r>
                      <a:r>
                        <a:rPr lang="tr-TR" sz="2800" u="none" strike="noStrike" dirty="0" err="1">
                          <a:effectLst/>
                        </a:rPr>
                        <a:t>structured</a:t>
                      </a:r>
                      <a:endParaRPr lang="tr-T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897626"/>
                  </a:ext>
                </a:extLst>
              </a:tr>
              <a:tr h="517119">
                <a:tc>
                  <a:txBody>
                    <a:bodyPr/>
                    <a:lstStyle/>
                    <a:p>
                      <a:pPr algn="l" fontAlgn="b"/>
                      <a:r>
                        <a:rPr lang="tr-TR" sz="2800" u="none" strike="noStrike" dirty="0">
                          <a:effectLst/>
                        </a:rPr>
                        <a:t>Dizayn </a:t>
                      </a:r>
                      <a:r>
                        <a:rPr lang="tr-TR" sz="2800" u="none" strike="noStrike" dirty="0" err="1">
                          <a:effectLst/>
                        </a:rPr>
                        <a:t>Pattern</a:t>
                      </a:r>
                      <a:r>
                        <a:rPr lang="tr-TR" sz="2800" u="none" strike="noStrike" dirty="0">
                          <a:effectLst/>
                        </a:rPr>
                        <a:t> </a:t>
                      </a:r>
                      <a:r>
                        <a:rPr lang="tr-TR" sz="2800" u="none" strike="noStrike" dirty="0" err="1">
                          <a:effectLst/>
                        </a:rPr>
                        <a:t>Behavioral</a:t>
                      </a:r>
                      <a:endParaRPr lang="tr-T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9047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52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88521" y="381403"/>
            <a:ext cx="2200313" cy="3342508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4F4F515-E5FC-4CB0-88B4-16F2AE95C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52" y="1204108"/>
            <a:ext cx="2669406" cy="1781175"/>
          </a:xfrm>
        </p:spPr>
        <p:txBody>
          <a:bodyPr>
            <a:normAutofit/>
          </a:bodyPr>
          <a:lstStyle/>
          <a:p>
            <a:r>
              <a:rPr lang="tr-TR" sz="3200">
                <a:solidFill>
                  <a:srgbClr val="FFFFFF"/>
                </a:solidFill>
              </a:rPr>
              <a:t>Programlama Dilinden Ne Bekleriz 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A59BDA-1109-4983-96D5-942524E18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51" y="3355130"/>
            <a:ext cx="2669407" cy="2769223"/>
          </a:xfrm>
        </p:spPr>
        <p:txBody>
          <a:bodyPr>
            <a:normAutofit/>
          </a:bodyPr>
          <a:lstStyle/>
          <a:p>
            <a:r>
              <a:rPr lang="tr-TR" sz="1600" dirty="0"/>
              <a:t>Hız</a:t>
            </a:r>
          </a:p>
          <a:p>
            <a:r>
              <a:rPr lang="tr-TR" sz="1600" dirty="0"/>
              <a:t>Esneklik</a:t>
            </a:r>
          </a:p>
          <a:p>
            <a:r>
              <a:rPr lang="tr-TR" sz="1600" dirty="0"/>
              <a:t>Kolay kullanım</a:t>
            </a:r>
          </a:p>
          <a:p>
            <a:r>
              <a:rPr lang="tr-TR" sz="1600" dirty="0"/>
              <a:t>Bakım kolaylığı</a:t>
            </a:r>
          </a:p>
          <a:p>
            <a:r>
              <a:rPr lang="tr-TR" sz="1600" dirty="0"/>
              <a:t>Kütüphane  desteği</a:t>
            </a:r>
          </a:p>
          <a:p>
            <a:r>
              <a:rPr lang="tr-TR" sz="1600" dirty="0" err="1"/>
              <a:t>Modülarite</a:t>
            </a:r>
            <a:endParaRPr lang="tr-TR" sz="1600" dirty="0"/>
          </a:p>
          <a:p>
            <a:r>
              <a:rPr lang="tr-TR" sz="1600" dirty="0"/>
              <a:t>Güvenlik</a:t>
            </a:r>
          </a:p>
          <a:p>
            <a:r>
              <a:rPr lang="tr-TR" sz="1600" dirty="0"/>
              <a:t>Sağlamlık</a:t>
            </a:r>
          </a:p>
          <a:p>
            <a:endParaRPr lang="en-US" sz="1600" dirty="0"/>
          </a:p>
        </p:txBody>
      </p:sp>
      <p:pic>
        <p:nvPicPr>
          <p:cNvPr id="5" name="İçerik Yer Tutucusu 4" descr="Bilgisayarı uzaklaştıran bir oyuncak roket">
            <a:extLst>
              <a:ext uri="{FF2B5EF4-FFF2-40B4-BE49-F238E27FC236}">
                <a16:creationId xmlns:a16="http://schemas.microsoft.com/office/drawing/2014/main" id="{6352674D-7220-4BF2-BB92-0BAC87977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102" y="1063364"/>
            <a:ext cx="6903723" cy="460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5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57199-6E70-4C25-A0B6-38692CDF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tr-TR" sz="5400"/>
              <a:t>Hangi Dil Öğrenmeli?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566AF9-B1B0-41E1-B706-6D6189E0EE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56872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117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29972-8CD4-42C8-BDB5-AF5F7D8C5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tr-TR" dirty="0"/>
              <a:t>Hangi yaklaşım?	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721C67-88B4-4FAB-AC33-0CA5660C61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39779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9118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B7EC-E479-4DE7-AE1C-8DB8B47A3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tr-TR"/>
              <a:t>Prosedürel</a:t>
            </a:r>
            <a:r>
              <a:rPr lang="tr-TR" dirty="0"/>
              <a:t> Programlama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72560-EFFA-4EE0-869E-243F55D11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tr-TR" sz="2000"/>
              <a:t>Program başlangıç noktası</a:t>
            </a:r>
          </a:p>
          <a:p>
            <a:r>
              <a:rPr lang="tr-TR" sz="2000"/>
              <a:t>Fonksiyonlar	</a:t>
            </a:r>
          </a:p>
          <a:p>
            <a:r>
              <a:rPr lang="tr-TR" sz="2000"/>
              <a:t>Veriler 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Procedural Programming | Procedural Programming Paradigm Explained">
            <a:extLst>
              <a:ext uri="{FF2B5EF4-FFF2-40B4-BE49-F238E27FC236}">
                <a16:creationId xmlns:a16="http://schemas.microsoft.com/office/drawing/2014/main" id="{7D5AD0D9-F6BF-4984-B750-10F78B042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5862" y="2231035"/>
            <a:ext cx="6019331" cy="239268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83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B0754-CACF-4763-AB58-B13D061B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tr-TR" sz="4000"/>
              <a:t>Nesne Tabanlı Programlama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35FD4-B4AF-4A31-857C-D6387FB05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r>
              <a:rPr lang="tr-TR" sz="2000"/>
              <a:t>Sınıf - Class</a:t>
            </a:r>
          </a:p>
          <a:p>
            <a:r>
              <a:rPr lang="tr-TR" sz="2000"/>
              <a:t>Nesne – Object</a:t>
            </a:r>
          </a:p>
          <a:p>
            <a:endParaRPr lang="tr-TR" sz="2000"/>
          </a:p>
        </p:txBody>
      </p:sp>
      <p:pic>
        <p:nvPicPr>
          <p:cNvPr id="5" name="Picture 4" descr="What is Object Oriented Programming (OOP) | Java Tutorial Network">
            <a:extLst>
              <a:ext uri="{FF2B5EF4-FFF2-40B4-BE49-F238E27FC236}">
                <a16:creationId xmlns:a16="http://schemas.microsoft.com/office/drawing/2014/main" id="{ADBC1B04-2C34-4EAC-A1C7-EDFB563D0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85789" y="2405149"/>
            <a:ext cx="9214323" cy="38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29C67-A598-4F28-8CD2-F160619E8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Java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CDBDA-E130-4DA2-AE8D-EF0AA5303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>
                <a:hlinkClick r:id="rId2"/>
              </a:rPr>
              <a:t>https://docs.oracle.com/javase/tutorial/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9361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326</Words>
  <Application>Microsoft Office PowerPoint</Application>
  <PresentationFormat>Geniş ekran</PresentationFormat>
  <Paragraphs>80</Paragraphs>
  <Slides>8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Nesne Tabanlı Programlama Object Oriented Programming</vt:lpstr>
      <vt:lpstr>Bu Ders Ne İçeriyor ?</vt:lpstr>
      <vt:lpstr>Programlama Dilinden Ne Bekleriz ?</vt:lpstr>
      <vt:lpstr>Hangi Dil Öğrenmeli?</vt:lpstr>
      <vt:lpstr>Hangi yaklaşım?  </vt:lpstr>
      <vt:lpstr>Prosedürel Programlama</vt:lpstr>
      <vt:lpstr>Nesne Tabanlı Programlama</vt:lpstr>
      <vt:lpstr>Java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Elif Tuğba</dc:creator>
  <cp:lastModifiedBy>emre bendeş</cp:lastModifiedBy>
  <cp:revision>12</cp:revision>
  <dcterms:created xsi:type="dcterms:W3CDTF">2021-08-17T08:23:59Z</dcterms:created>
  <dcterms:modified xsi:type="dcterms:W3CDTF">2021-09-30T08:30:59Z</dcterms:modified>
</cp:coreProperties>
</file>